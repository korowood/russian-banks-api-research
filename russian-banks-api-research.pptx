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30"/>
  </p:notesMasterIdLst>
  <p:sldIdLst>
    <p:sldId id="406" r:id="rId35"/>
    <p:sldId id="407" r:id="rId36"/>
    <p:sldId id="408" r:id="rId37"/>
    <p:sldId id="409" r:id="rId38"/>
    <p:sldId id="410" r:id="rId39"/>
    <p:sldId id="411" r:id="rId40"/>
    <p:sldId id="412" r:id="rId41"/>
    <p:sldId id="413" r:id="rId42"/>
    <p:sldId id="414" r:id="rId43"/>
    <p:sldId id="415" r:id="rId44"/>
  </p:sldIdLst>
  <p:sldSz cx="12192000" cy="6858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516170"/>
        </a:solidFill>
        <a:effectLst/>
        <a:uFillTx/>
        <a:latin typeface="+mn-lt"/>
        <a:ea typeface="+mn-ea"/>
        <a:cs typeface="+mn-cs"/>
        <a:sym typeface="Helvetica"/>
      </a:defRPr>
    </a:lvl1pPr>
    <a:lvl2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516170"/>
        </a:solidFill>
        <a:effectLst/>
        <a:uFillTx/>
        <a:latin typeface="+mn-lt"/>
        <a:ea typeface="+mn-ea"/>
        <a:cs typeface="+mn-cs"/>
        <a:sym typeface="Helvetica"/>
      </a:defRPr>
    </a:lvl2pPr>
    <a:lvl3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516170"/>
        </a:solidFill>
        <a:effectLst/>
        <a:uFillTx/>
        <a:latin typeface="+mn-lt"/>
        <a:ea typeface="+mn-ea"/>
        <a:cs typeface="+mn-cs"/>
        <a:sym typeface="Helvetica"/>
      </a:defRPr>
    </a:lvl3pPr>
    <a:lvl4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516170"/>
        </a:solidFill>
        <a:effectLst/>
        <a:uFillTx/>
        <a:latin typeface="+mn-lt"/>
        <a:ea typeface="+mn-ea"/>
        <a:cs typeface="+mn-cs"/>
        <a:sym typeface="Helvetica"/>
      </a:defRPr>
    </a:lvl4pPr>
    <a:lvl5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516170"/>
        </a:solidFill>
        <a:effectLst/>
        <a:uFillTx/>
        <a:latin typeface="+mn-lt"/>
        <a:ea typeface="+mn-ea"/>
        <a:cs typeface="+mn-cs"/>
        <a:sym typeface="Helvetica"/>
      </a:defRPr>
    </a:lvl5pPr>
    <a:lvl6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516170"/>
        </a:solidFill>
        <a:effectLst/>
        <a:uFillTx/>
        <a:latin typeface="+mn-lt"/>
        <a:ea typeface="+mn-ea"/>
        <a:cs typeface="+mn-cs"/>
        <a:sym typeface="Helvetica"/>
      </a:defRPr>
    </a:lvl6pPr>
    <a:lvl7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516170"/>
        </a:solidFill>
        <a:effectLst/>
        <a:uFillTx/>
        <a:latin typeface="+mn-lt"/>
        <a:ea typeface="+mn-ea"/>
        <a:cs typeface="+mn-cs"/>
        <a:sym typeface="Helvetica"/>
      </a:defRPr>
    </a:lvl7pPr>
    <a:lvl8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516170"/>
        </a:solidFill>
        <a:effectLst/>
        <a:uFillTx/>
        <a:latin typeface="+mn-lt"/>
        <a:ea typeface="+mn-ea"/>
        <a:cs typeface="+mn-cs"/>
        <a:sym typeface="Helvetica"/>
      </a:defRPr>
    </a:lvl8pPr>
    <a:lvl9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516170"/>
        </a:solidFill>
        <a:effectLst/>
        <a:uFillTx/>
        <a:latin typeface="+mn-lt"/>
        <a:ea typeface="+mn-ea"/>
        <a:cs typeface="+mn-cs"/>
        <a:sym typeface="Helvetica"/>
      </a:defRPr>
    </a:lvl9pPr>
  </p:defaultTextStyle>
  <p:extLst>
    <p:ext uri="{EFAFB233-063F-42B5-8137-9DF3F51BA10A}">
      <p15:sldGuideLst xmlns:p15="http://schemas.microsoft.com/office/powerpoint/2012/main">
        <p15:guide id="2" pos="1867" userDrawn="1">
          <p15:clr>
            <a:srgbClr val="A4A3A4"/>
          </p15:clr>
        </p15:guide>
        <p15:guide id="3" pos="982" userDrawn="1">
          <p15:clr>
            <a:srgbClr val="A4A3A4"/>
          </p15:clr>
        </p15:guide>
        <p15:guide id="4" orient="horz" pos="2137" userDrawn="1">
          <p15:clr>
            <a:srgbClr val="A4A3A4"/>
          </p15:clr>
        </p15:guide>
        <p15:guide id="5" pos="1459" userDrawn="1">
          <p15:clr>
            <a:srgbClr val="A4A3A4"/>
          </p15:clr>
        </p15:guide>
        <p15:guide id="6" pos="3885" userDrawn="1">
          <p15:clr>
            <a:srgbClr val="A4A3A4"/>
          </p15:clr>
        </p15:guide>
        <p15:guide id="7" orient="horz" pos="2455" userDrawn="1">
          <p15:clr>
            <a:srgbClr val="A4A3A4"/>
          </p15:clr>
        </p15:guide>
        <p15:guide id="9" userDrawn="1">
          <p15:clr>
            <a:srgbClr val="A4A3A4"/>
          </p15:clr>
        </p15:guide>
        <p15:guide id="10" orient="horz" userDrawn="1">
          <p15:clr>
            <a:srgbClr val="A4A3A4"/>
          </p15:clr>
        </p15:guide>
        <p15:guide id="12" pos="7680" userDrawn="1">
          <p15:clr>
            <a:srgbClr val="A4A3A4"/>
          </p15:clr>
        </p15:guide>
        <p15:guide id="13" orient="horz" pos="4320" userDrawn="1">
          <p15:clr>
            <a:srgbClr val="A4A3A4"/>
          </p15:clr>
        </p15:guide>
        <p15:guide id="14" pos="4520" userDrawn="1">
          <p15:clr>
            <a:srgbClr val="A4A3A4"/>
          </p15:clr>
        </p15:guide>
        <p15:guide id="16" orient="horz" pos="3181" userDrawn="1">
          <p15:clr>
            <a:srgbClr val="A4A3A4"/>
          </p15:clr>
        </p15:guide>
        <p15:guide id="17" orient="horz" pos="3680" userDrawn="1">
          <p15:clr>
            <a:srgbClr val="A4A3A4"/>
          </p15:clr>
        </p15:guide>
        <p15:guide id="19" orient="horz" pos="1502" userDrawn="1">
          <p15:clr>
            <a:srgbClr val="A4A3A4"/>
          </p15:clr>
        </p15:guide>
        <p15:guide id="20" orient="horz" pos="3271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5F5F5"/>
    <a:srgbClr val="2A2A2A"/>
    <a:srgbClr val="339189"/>
    <a:srgbClr val="323E49"/>
    <a:srgbClr val="000000"/>
    <a:srgbClr val="333F48"/>
    <a:srgbClr val="3F4851"/>
    <a:srgbClr val="E2E3E9"/>
    <a:srgbClr val="02766C"/>
    <a:srgbClr val="29292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940675A-B579-460E-94D1-54222C63F5DA}">
  <a:tblStyle styleId="{4C3C2611-4C71-4FC5-86AE-919BDF0F9419}" styleName="">
    <a:tblBg/>
    <a:wholeTbl>
      <a:tcTxStyle b="off" i="off">
        <a:fontRef idx="minor">
          <a:srgbClr val="516170"/>
        </a:fontRef>
        <a:srgbClr val="51617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solidFill>
                <a:schemeClr val="accent2"/>
              </a:solidFill>
              <a:prstDash val="solid"/>
              <a:round/>
            </a:ln>
          </a:top>
          <a:bottom>
            <a:ln w="12700" cap="flat">
              <a:solidFill>
                <a:schemeClr val="accent2"/>
              </a:solidFill>
              <a:prstDash val="solid"/>
              <a:round/>
            </a:ln>
          </a:bottom>
          <a:insideH>
            <a:ln w="12700" cap="flat">
              <a:solidFill>
                <a:schemeClr val="accent2"/>
              </a:solidFill>
              <a:prstDash val="solid"/>
              <a:round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7F2EF"/>
          </a:solidFill>
        </a:fill>
      </a:tcStyle>
    </a:wholeTbl>
    <a:band2H>
      <a:tcTxStyle/>
      <a:tcStyle>
        <a:tcBdr/>
        <a:fill>
          <a:solidFill>
            <a:srgbClr val="70461F"/>
          </a:solidFill>
        </a:fill>
      </a:tcStyle>
    </a:band2H>
    <a:firstCol>
      <a:tcTxStyle b="on" i="off">
        <a:fontRef idx="minor">
          <a:srgbClr val="516170"/>
        </a:fontRef>
        <a:srgbClr val="516170"/>
      </a:tcTxStyle>
      <a:tcStyle>
        <a:tcBdr>
          <a:left>
            <a:ln w="12700" cap="flat">
              <a:solidFill>
                <a:schemeClr val="accent2"/>
              </a:solidFill>
              <a:prstDash val="solid"/>
              <a:round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solidFill>
                <a:schemeClr val="accent2"/>
              </a:solidFill>
              <a:prstDash val="solid"/>
              <a:round/>
            </a:ln>
          </a:top>
          <a:bottom>
            <a:ln w="12700" cap="flat">
              <a:solidFill>
                <a:schemeClr val="accent2"/>
              </a:solidFill>
              <a:prstDash val="solid"/>
              <a:round/>
            </a:ln>
          </a:bottom>
          <a:insideH>
            <a:ln w="12700" cap="flat">
              <a:solidFill>
                <a:schemeClr val="accent2"/>
              </a:solidFill>
              <a:prstDash val="solid"/>
              <a:round/>
            </a:ln>
          </a:insideH>
          <a:insideV>
            <a:ln w="12700" cap="flat">
              <a:solidFill>
                <a:schemeClr val="accent2"/>
              </a:solidFill>
              <a:prstDash val="solid"/>
              <a:round/>
            </a:ln>
          </a:insideV>
        </a:tcBdr>
        <a:fill>
          <a:solidFill>
            <a:srgbClr val="E7F2EF"/>
          </a:solidFill>
        </a:fill>
      </a:tcStyle>
    </a:firstCol>
    <a:lastRow>
      <a:tcTxStyle b="on" i="off">
        <a:fontRef idx="minor">
          <a:srgbClr val="516170"/>
        </a:fontRef>
        <a:srgbClr val="51617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chemeClr val="accent2"/>
              </a:solidFill>
              <a:prstDash val="solid"/>
              <a:round/>
            </a:ln>
          </a:top>
          <a:bottom>
            <a:ln w="12700" cap="flat">
              <a:solidFill>
                <a:schemeClr val="accent2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70461F"/>
          </a:solidFill>
        </a:fill>
      </a:tcStyle>
    </a:lastRow>
    <a:firstRow>
      <a:tcTxStyle b="on" i="off">
        <a:fontRef idx="minor">
          <a:srgbClr val="70461F"/>
        </a:fontRef>
        <a:srgbClr val="70461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solidFill>
                <a:schemeClr val="accent2"/>
              </a:solidFill>
              <a:prstDash val="solid"/>
              <a:round/>
            </a:ln>
          </a:top>
          <a:bottom>
            <a:ln w="12700" cap="flat">
              <a:solidFill>
                <a:schemeClr val="accent2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2"/>
          </a:solidFill>
        </a:fill>
      </a:tcStyle>
    </a:firstRow>
  </a:tblStyle>
  <a:tblStyle styleId="{C7B018BB-80A7-4F77-B60F-C8B233D01FF8}" styleName="">
    <a:tblBg/>
    <a:wholeTbl>
      <a:tcTxStyle b="off" i="off">
        <a:fontRef idx="minor">
          <a:srgbClr val="516170"/>
        </a:fontRef>
        <a:srgbClr val="516170"/>
      </a:tcTxStyle>
      <a:tcStyle>
        <a:tcBdr>
          <a:left>
            <a:ln w="12700" cap="flat">
              <a:solidFill>
                <a:srgbClr val="70461F"/>
              </a:solidFill>
              <a:prstDash val="solid"/>
              <a:round/>
            </a:ln>
          </a:left>
          <a:right>
            <a:ln w="12700" cap="flat">
              <a:solidFill>
                <a:srgbClr val="70461F"/>
              </a:solidFill>
              <a:prstDash val="solid"/>
              <a:round/>
            </a:ln>
          </a:right>
          <a:top>
            <a:ln w="12700" cap="flat">
              <a:solidFill>
                <a:srgbClr val="70461F"/>
              </a:solidFill>
              <a:prstDash val="solid"/>
              <a:round/>
            </a:ln>
          </a:top>
          <a:bottom>
            <a:ln w="12700" cap="flat">
              <a:solidFill>
                <a:srgbClr val="70461F"/>
              </a:solidFill>
              <a:prstDash val="solid"/>
              <a:round/>
            </a:ln>
          </a:bottom>
          <a:insideH>
            <a:ln w="12700" cap="flat">
              <a:solidFill>
                <a:srgbClr val="70461F"/>
              </a:solidFill>
              <a:prstDash val="solid"/>
              <a:round/>
            </a:ln>
          </a:insideH>
          <a:insideV>
            <a:ln w="12700" cap="flat">
              <a:solidFill>
                <a:srgbClr val="70461F"/>
              </a:solidFill>
              <a:prstDash val="solid"/>
              <a:round/>
            </a:ln>
          </a:insideV>
        </a:tcBdr>
        <a:fill>
          <a:solidFill>
            <a:srgbClr val="CAD5D3"/>
          </a:solidFill>
        </a:fill>
      </a:tcStyle>
    </a:wholeTbl>
    <a:band2H>
      <a:tcTxStyle/>
      <a:tcStyle>
        <a:tcBdr/>
        <a:fill>
          <a:solidFill>
            <a:srgbClr val="E6EBEA"/>
          </a:solidFill>
        </a:fill>
      </a:tcStyle>
    </a:band2H>
    <a:firstCol>
      <a:tcTxStyle b="on" i="off">
        <a:fontRef idx="minor">
          <a:srgbClr val="70461F"/>
        </a:fontRef>
        <a:srgbClr val="70461F"/>
      </a:tcTxStyle>
      <a:tcStyle>
        <a:tcBdr>
          <a:left>
            <a:ln w="12700" cap="flat">
              <a:solidFill>
                <a:srgbClr val="70461F"/>
              </a:solidFill>
              <a:prstDash val="solid"/>
              <a:round/>
            </a:ln>
          </a:left>
          <a:right>
            <a:ln w="12700" cap="flat">
              <a:solidFill>
                <a:srgbClr val="70461F"/>
              </a:solidFill>
              <a:prstDash val="solid"/>
              <a:round/>
            </a:ln>
          </a:right>
          <a:top>
            <a:ln w="12700" cap="flat">
              <a:solidFill>
                <a:srgbClr val="70461F"/>
              </a:solidFill>
              <a:prstDash val="solid"/>
              <a:round/>
            </a:ln>
          </a:top>
          <a:bottom>
            <a:ln w="12700" cap="flat">
              <a:solidFill>
                <a:srgbClr val="70461F"/>
              </a:solidFill>
              <a:prstDash val="solid"/>
              <a:round/>
            </a:ln>
          </a:bottom>
          <a:insideH>
            <a:ln w="12700" cap="flat">
              <a:solidFill>
                <a:srgbClr val="70461F"/>
              </a:solidFill>
              <a:prstDash val="solid"/>
              <a:round/>
            </a:ln>
          </a:insideH>
          <a:insideV>
            <a:ln w="12700" cap="flat">
              <a:solidFill>
                <a:srgbClr val="70461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70461F"/>
        </a:fontRef>
        <a:srgbClr val="70461F"/>
      </a:tcTxStyle>
      <a:tcStyle>
        <a:tcBdr>
          <a:left>
            <a:ln w="12700" cap="flat">
              <a:solidFill>
                <a:srgbClr val="70461F"/>
              </a:solidFill>
              <a:prstDash val="solid"/>
              <a:round/>
            </a:ln>
          </a:left>
          <a:right>
            <a:ln w="12700" cap="flat">
              <a:solidFill>
                <a:srgbClr val="70461F"/>
              </a:solidFill>
              <a:prstDash val="solid"/>
              <a:round/>
            </a:ln>
          </a:right>
          <a:top>
            <a:ln w="38100" cap="flat">
              <a:solidFill>
                <a:srgbClr val="70461F"/>
              </a:solidFill>
              <a:prstDash val="solid"/>
              <a:round/>
            </a:ln>
          </a:top>
          <a:bottom>
            <a:ln w="12700" cap="flat">
              <a:solidFill>
                <a:srgbClr val="70461F"/>
              </a:solidFill>
              <a:prstDash val="solid"/>
              <a:round/>
            </a:ln>
          </a:bottom>
          <a:insideH>
            <a:ln w="12700" cap="flat">
              <a:solidFill>
                <a:srgbClr val="70461F"/>
              </a:solidFill>
              <a:prstDash val="solid"/>
              <a:round/>
            </a:ln>
          </a:insideH>
          <a:insideV>
            <a:ln w="12700" cap="flat">
              <a:solidFill>
                <a:srgbClr val="70461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inor">
          <a:srgbClr val="70461F"/>
        </a:fontRef>
        <a:srgbClr val="70461F"/>
      </a:tcTxStyle>
      <a:tcStyle>
        <a:tcBdr>
          <a:left>
            <a:ln w="12700" cap="flat">
              <a:solidFill>
                <a:srgbClr val="70461F"/>
              </a:solidFill>
              <a:prstDash val="solid"/>
              <a:round/>
            </a:ln>
          </a:left>
          <a:right>
            <a:ln w="12700" cap="flat">
              <a:solidFill>
                <a:srgbClr val="70461F"/>
              </a:solidFill>
              <a:prstDash val="solid"/>
              <a:round/>
            </a:ln>
          </a:right>
          <a:top>
            <a:ln w="12700" cap="flat">
              <a:solidFill>
                <a:srgbClr val="70461F"/>
              </a:solidFill>
              <a:prstDash val="solid"/>
              <a:round/>
            </a:ln>
          </a:top>
          <a:bottom>
            <a:ln w="38100" cap="flat">
              <a:solidFill>
                <a:srgbClr val="70461F"/>
              </a:solidFill>
              <a:prstDash val="solid"/>
              <a:round/>
            </a:ln>
          </a:bottom>
          <a:insideH>
            <a:ln w="12700" cap="flat">
              <a:solidFill>
                <a:srgbClr val="70461F"/>
              </a:solidFill>
              <a:prstDash val="solid"/>
              <a:round/>
            </a:ln>
          </a:insideH>
          <a:insideV>
            <a:ln w="12700" cap="flat">
              <a:solidFill>
                <a:srgbClr val="70461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EEE7283C-3CF3-47DC-8721-378D4A62B228}" styleName="">
    <a:tblBg/>
    <a:wholeTbl>
      <a:tcTxStyle b="off" i="off">
        <a:fontRef idx="minor">
          <a:srgbClr val="516170"/>
        </a:fontRef>
        <a:srgbClr val="516170"/>
      </a:tcTxStyle>
      <a:tcStyle>
        <a:tcBdr>
          <a:left>
            <a:ln w="12700" cap="flat">
              <a:solidFill>
                <a:srgbClr val="70461F"/>
              </a:solidFill>
              <a:prstDash val="solid"/>
              <a:round/>
            </a:ln>
          </a:left>
          <a:right>
            <a:ln w="12700" cap="flat">
              <a:solidFill>
                <a:srgbClr val="70461F"/>
              </a:solidFill>
              <a:prstDash val="solid"/>
              <a:round/>
            </a:ln>
          </a:right>
          <a:top>
            <a:ln w="12700" cap="flat">
              <a:solidFill>
                <a:srgbClr val="70461F"/>
              </a:solidFill>
              <a:prstDash val="solid"/>
              <a:round/>
            </a:ln>
          </a:top>
          <a:bottom>
            <a:ln w="12700" cap="flat">
              <a:solidFill>
                <a:srgbClr val="70461F"/>
              </a:solidFill>
              <a:prstDash val="solid"/>
              <a:round/>
            </a:ln>
          </a:bottom>
          <a:insideH>
            <a:ln w="12700" cap="flat">
              <a:solidFill>
                <a:srgbClr val="70461F"/>
              </a:solidFill>
              <a:prstDash val="solid"/>
              <a:round/>
            </a:ln>
          </a:insideH>
          <a:insideV>
            <a:ln w="12700" cap="flat">
              <a:solidFill>
                <a:srgbClr val="70461F"/>
              </a:solidFill>
              <a:prstDash val="solid"/>
              <a:round/>
            </a:ln>
          </a:insideV>
        </a:tcBdr>
        <a:fill>
          <a:solidFill>
            <a:srgbClr val="CAD7DA"/>
          </a:solidFill>
        </a:fill>
      </a:tcStyle>
    </a:wholeTbl>
    <a:band2H>
      <a:tcTxStyle/>
      <a:tcStyle>
        <a:tcBdr/>
        <a:fill>
          <a:solidFill>
            <a:srgbClr val="E6ECED"/>
          </a:solidFill>
        </a:fill>
      </a:tcStyle>
    </a:band2H>
    <a:firstCol>
      <a:tcTxStyle b="on" i="off">
        <a:fontRef idx="minor">
          <a:srgbClr val="70461F"/>
        </a:fontRef>
        <a:srgbClr val="70461F"/>
      </a:tcTxStyle>
      <a:tcStyle>
        <a:tcBdr>
          <a:left>
            <a:ln w="12700" cap="flat">
              <a:solidFill>
                <a:srgbClr val="70461F"/>
              </a:solidFill>
              <a:prstDash val="solid"/>
              <a:round/>
            </a:ln>
          </a:left>
          <a:right>
            <a:ln w="12700" cap="flat">
              <a:solidFill>
                <a:srgbClr val="70461F"/>
              </a:solidFill>
              <a:prstDash val="solid"/>
              <a:round/>
            </a:ln>
          </a:right>
          <a:top>
            <a:ln w="12700" cap="flat">
              <a:solidFill>
                <a:srgbClr val="70461F"/>
              </a:solidFill>
              <a:prstDash val="solid"/>
              <a:round/>
            </a:ln>
          </a:top>
          <a:bottom>
            <a:ln w="12700" cap="flat">
              <a:solidFill>
                <a:srgbClr val="70461F"/>
              </a:solidFill>
              <a:prstDash val="solid"/>
              <a:round/>
            </a:ln>
          </a:bottom>
          <a:insideH>
            <a:ln w="12700" cap="flat">
              <a:solidFill>
                <a:srgbClr val="70461F"/>
              </a:solidFill>
              <a:prstDash val="solid"/>
              <a:round/>
            </a:ln>
          </a:insideH>
          <a:insideV>
            <a:ln w="12700" cap="flat">
              <a:solidFill>
                <a:srgbClr val="70461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inor">
          <a:srgbClr val="70461F"/>
        </a:fontRef>
        <a:srgbClr val="70461F"/>
      </a:tcTxStyle>
      <a:tcStyle>
        <a:tcBdr>
          <a:left>
            <a:ln w="12700" cap="flat">
              <a:solidFill>
                <a:srgbClr val="70461F"/>
              </a:solidFill>
              <a:prstDash val="solid"/>
              <a:round/>
            </a:ln>
          </a:left>
          <a:right>
            <a:ln w="12700" cap="flat">
              <a:solidFill>
                <a:srgbClr val="70461F"/>
              </a:solidFill>
              <a:prstDash val="solid"/>
              <a:round/>
            </a:ln>
          </a:right>
          <a:top>
            <a:ln w="38100" cap="flat">
              <a:solidFill>
                <a:srgbClr val="70461F"/>
              </a:solidFill>
              <a:prstDash val="solid"/>
              <a:round/>
            </a:ln>
          </a:top>
          <a:bottom>
            <a:ln w="12700" cap="flat">
              <a:solidFill>
                <a:srgbClr val="70461F"/>
              </a:solidFill>
              <a:prstDash val="solid"/>
              <a:round/>
            </a:ln>
          </a:bottom>
          <a:insideH>
            <a:ln w="12700" cap="flat">
              <a:solidFill>
                <a:srgbClr val="70461F"/>
              </a:solidFill>
              <a:prstDash val="solid"/>
              <a:round/>
            </a:ln>
          </a:insideH>
          <a:insideV>
            <a:ln w="12700" cap="flat">
              <a:solidFill>
                <a:srgbClr val="70461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inor">
          <a:srgbClr val="70461F"/>
        </a:fontRef>
        <a:srgbClr val="70461F"/>
      </a:tcTxStyle>
      <a:tcStyle>
        <a:tcBdr>
          <a:left>
            <a:ln w="12700" cap="flat">
              <a:solidFill>
                <a:srgbClr val="70461F"/>
              </a:solidFill>
              <a:prstDash val="solid"/>
              <a:round/>
            </a:ln>
          </a:left>
          <a:right>
            <a:ln w="12700" cap="flat">
              <a:solidFill>
                <a:srgbClr val="70461F"/>
              </a:solidFill>
              <a:prstDash val="solid"/>
              <a:round/>
            </a:ln>
          </a:right>
          <a:top>
            <a:ln w="12700" cap="flat">
              <a:solidFill>
                <a:srgbClr val="70461F"/>
              </a:solidFill>
              <a:prstDash val="solid"/>
              <a:round/>
            </a:ln>
          </a:top>
          <a:bottom>
            <a:ln w="38100" cap="flat">
              <a:solidFill>
                <a:srgbClr val="70461F"/>
              </a:solidFill>
              <a:prstDash val="solid"/>
              <a:round/>
            </a:ln>
          </a:bottom>
          <a:insideH>
            <a:ln w="12700" cap="flat">
              <a:solidFill>
                <a:srgbClr val="70461F"/>
              </a:solidFill>
              <a:prstDash val="solid"/>
              <a:round/>
            </a:ln>
          </a:insideH>
          <a:insideV>
            <a:ln w="12700" cap="flat">
              <a:solidFill>
                <a:srgbClr val="70461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CF821DB8-F4EB-4A41-A1BA-3FCAFE7338EE}" styleName="">
    <a:tblBg/>
    <a:wholeTbl>
      <a:tcTxStyle b="off" i="off">
        <a:fontRef idx="minor">
          <a:srgbClr val="516170"/>
        </a:fontRef>
        <a:srgbClr val="516170"/>
      </a:tcTxStyle>
      <a:tcStyle>
        <a:tcBdr>
          <a:left>
            <a:ln w="12700" cap="flat">
              <a:solidFill>
                <a:srgbClr val="70461F"/>
              </a:solidFill>
              <a:prstDash val="solid"/>
              <a:round/>
            </a:ln>
          </a:left>
          <a:right>
            <a:ln w="12700" cap="flat">
              <a:solidFill>
                <a:srgbClr val="70461F"/>
              </a:solidFill>
              <a:prstDash val="solid"/>
              <a:round/>
            </a:ln>
          </a:right>
          <a:top>
            <a:ln w="12700" cap="flat">
              <a:solidFill>
                <a:srgbClr val="70461F"/>
              </a:solidFill>
              <a:prstDash val="solid"/>
              <a:round/>
            </a:ln>
          </a:top>
          <a:bottom>
            <a:ln w="12700" cap="flat">
              <a:solidFill>
                <a:srgbClr val="70461F"/>
              </a:solidFill>
              <a:prstDash val="solid"/>
              <a:round/>
            </a:ln>
          </a:bottom>
          <a:insideH>
            <a:ln w="12700" cap="flat">
              <a:solidFill>
                <a:srgbClr val="70461F"/>
              </a:solidFill>
              <a:prstDash val="solid"/>
              <a:round/>
            </a:ln>
          </a:insideH>
          <a:insideV>
            <a:ln w="12700" cap="flat">
              <a:solidFill>
                <a:srgbClr val="70461F"/>
              </a:solidFill>
              <a:prstDash val="solid"/>
              <a:round/>
            </a:ln>
          </a:insideV>
        </a:tcBdr>
        <a:fill>
          <a:solidFill>
            <a:srgbClr val="CCD4E2"/>
          </a:solidFill>
        </a:fill>
      </a:tcStyle>
    </a:wholeTbl>
    <a:band2H>
      <a:tcTxStyle/>
      <a:tcStyle>
        <a:tcBdr/>
        <a:fill>
          <a:solidFill>
            <a:srgbClr val="E7EBF1"/>
          </a:solidFill>
        </a:fill>
      </a:tcStyle>
    </a:band2H>
    <a:firstCol>
      <a:tcTxStyle b="on" i="off">
        <a:fontRef idx="minor">
          <a:srgbClr val="70461F"/>
        </a:fontRef>
        <a:srgbClr val="70461F"/>
      </a:tcTxStyle>
      <a:tcStyle>
        <a:tcBdr>
          <a:left>
            <a:ln w="12700" cap="flat">
              <a:solidFill>
                <a:srgbClr val="70461F"/>
              </a:solidFill>
              <a:prstDash val="solid"/>
              <a:round/>
            </a:ln>
          </a:left>
          <a:right>
            <a:ln w="12700" cap="flat">
              <a:solidFill>
                <a:srgbClr val="70461F"/>
              </a:solidFill>
              <a:prstDash val="solid"/>
              <a:round/>
            </a:ln>
          </a:right>
          <a:top>
            <a:ln w="12700" cap="flat">
              <a:solidFill>
                <a:srgbClr val="70461F"/>
              </a:solidFill>
              <a:prstDash val="solid"/>
              <a:round/>
            </a:ln>
          </a:top>
          <a:bottom>
            <a:ln w="12700" cap="flat">
              <a:solidFill>
                <a:srgbClr val="70461F"/>
              </a:solidFill>
              <a:prstDash val="solid"/>
              <a:round/>
            </a:ln>
          </a:bottom>
          <a:insideH>
            <a:ln w="12700" cap="flat">
              <a:solidFill>
                <a:srgbClr val="70461F"/>
              </a:solidFill>
              <a:prstDash val="solid"/>
              <a:round/>
            </a:ln>
          </a:insideH>
          <a:insideV>
            <a:ln w="12700" cap="flat">
              <a:solidFill>
                <a:srgbClr val="70461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inor">
          <a:srgbClr val="70461F"/>
        </a:fontRef>
        <a:srgbClr val="70461F"/>
      </a:tcTxStyle>
      <a:tcStyle>
        <a:tcBdr>
          <a:left>
            <a:ln w="12700" cap="flat">
              <a:solidFill>
                <a:srgbClr val="70461F"/>
              </a:solidFill>
              <a:prstDash val="solid"/>
              <a:round/>
            </a:ln>
          </a:left>
          <a:right>
            <a:ln w="12700" cap="flat">
              <a:solidFill>
                <a:srgbClr val="70461F"/>
              </a:solidFill>
              <a:prstDash val="solid"/>
              <a:round/>
            </a:ln>
          </a:right>
          <a:top>
            <a:ln w="38100" cap="flat">
              <a:solidFill>
                <a:srgbClr val="70461F"/>
              </a:solidFill>
              <a:prstDash val="solid"/>
              <a:round/>
            </a:ln>
          </a:top>
          <a:bottom>
            <a:ln w="12700" cap="flat">
              <a:solidFill>
                <a:srgbClr val="70461F"/>
              </a:solidFill>
              <a:prstDash val="solid"/>
              <a:round/>
            </a:ln>
          </a:bottom>
          <a:insideH>
            <a:ln w="12700" cap="flat">
              <a:solidFill>
                <a:srgbClr val="70461F"/>
              </a:solidFill>
              <a:prstDash val="solid"/>
              <a:round/>
            </a:ln>
          </a:insideH>
          <a:insideV>
            <a:ln w="12700" cap="flat">
              <a:solidFill>
                <a:srgbClr val="70461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inor">
          <a:srgbClr val="70461F"/>
        </a:fontRef>
        <a:srgbClr val="70461F"/>
      </a:tcTxStyle>
      <a:tcStyle>
        <a:tcBdr>
          <a:left>
            <a:ln w="12700" cap="flat">
              <a:solidFill>
                <a:srgbClr val="70461F"/>
              </a:solidFill>
              <a:prstDash val="solid"/>
              <a:round/>
            </a:ln>
          </a:left>
          <a:right>
            <a:ln w="12700" cap="flat">
              <a:solidFill>
                <a:srgbClr val="70461F"/>
              </a:solidFill>
              <a:prstDash val="solid"/>
              <a:round/>
            </a:ln>
          </a:right>
          <a:top>
            <a:ln w="12700" cap="flat">
              <a:solidFill>
                <a:srgbClr val="70461F"/>
              </a:solidFill>
              <a:prstDash val="solid"/>
              <a:round/>
            </a:ln>
          </a:top>
          <a:bottom>
            <a:ln w="38100" cap="flat">
              <a:solidFill>
                <a:srgbClr val="70461F"/>
              </a:solidFill>
              <a:prstDash val="solid"/>
              <a:round/>
            </a:ln>
          </a:bottom>
          <a:insideH>
            <a:ln w="12700" cap="flat">
              <a:solidFill>
                <a:srgbClr val="70461F"/>
              </a:solidFill>
              <a:prstDash val="solid"/>
              <a:round/>
            </a:ln>
          </a:insideH>
          <a:insideV>
            <a:ln w="12700" cap="flat">
              <a:solidFill>
                <a:srgbClr val="70461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33BA23B1-9221-436E-865A-0063620EA4FD}" styleName="">
    <a:tblBg/>
    <a:wholeTbl>
      <a:tcTxStyle b="off" i="off">
        <a:fontRef idx="minor">
          <a:srgbClr val="516170"/>
        </a:fontRef>
        <a:srgbClr val="51617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8EAEB"/>
          </a:solidFill>
        </a:fill>
      </a:tcStyle>
    </a:wholeTbl>
    <a:band2H>
      <a:tcTxStyle/>
      <a:tcStyle>
        <a:tcBdr/>
        <a:fill>
          <a:solidFill>
            <a:srgbClr val="70461F"/>
          </a:solidFill>
        </a:fill>
      </a:tcStyle>
    </a:band2H>
    <a:firstCol>
      <a:tcTxStyle b="on" i="off">
        <a:fontRef idx="minor">
          <a:srgbClr val="70461F"/>
        </a:fontRef>
        <a:srgbClr val="70461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516170"/>
        </a:fontRef>
        <a:srgbClr val="51617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516170"/>
              </a:solidFill>
              <a:prstDash val="solid"/>
              <a:round/>
            </a:ln>
          </a:top>
          <a:bottom>
            <a:ln w="25400" cap="flat">
              <a:solidFill>
                <a:srgbClr val="51617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70461F"/>
          </a:solidFill>
        </a:fill>
      </a:tcStyle>
    </a:lastRow>
    <a:firstRow>
      <a:tcTxStyle b="on" i="off">
        <a:fontRef idx="minor">
          <a:srgbClr val="70461F"/>
        </a:fontRef>
        <a:srgbClr val="70461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516170"/>
              </a:solidFill>
              <a:prstDash val="solid"/>
              <a:round/>
            </a:ln>
          </a:top>
          <a:bottom>
            <a:ln w="25400" cap="flat">
              <a:solidFill>
                <a:srgbClr val="51617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2708684C-4D16-4618-839F-0558EEFCDFE6}" styleName="">
    <a:tblBg/>
    <a:wholeTbl>
      <a:tcTxStyle b="off" i="off">
        <a:fontRef idx="minor">
          <a:srgbClr val="516170"/>
        </a:fontRef>
        <a:srgbClr val="516170"/>
      </a:tcTxStyle>
      <a:tcStyle>
        <a:tcBdr>
          <a:left>
            <a:ln w="12700" cap="flat">
              <a:solidFill>
                <a:srgbClr val="70461F"/>
              </a:solidFill>
              <a:prstDash val="solid"/>
              <a:round/>
            </a:ln>
          </a:left>
          <a:right>
            <a:ln w="12700" cap="flat">
              <a:solidFill>
                <a:srgbClr val="70461F"/>
              </a:solidFill>
              <a:prstDash val="solid"/>
              <a:round/>
            </a:ln>
          </a:right>
          <a:top>
            <a:ln w="12700" cap="flat">
              <a:solidFill>
                <a:srgbClr val="70461F"/>
              </a:solidFill>
              <a:prstDash val="solid"/>
              <a:round/>
            </a:ln>
          </a:top>
          <a:bottom>
            <a:ln w="12700" cap="flat">
              <a:solidFill>
                <a:srgbClr val="70461F"/>
              </a:solidFill>
              <a:prstDash val="solid"/>
              <a:round/>
            </a:ln>
          </a:bottom>
          <a:insideH>
            <a:ln w="12700" cap="flat">
              <a:solidFill>
                <a:srgbClr val="70461F"/>
              </a:solidFill>
              <a:prstDash val="solid"/>
              <a:round/>
            </a:ln>
          </a:insideH>
          <a:insideV>
            <a:ln w="12700" cap="flat">
              <a:solidFill>
                <a:srgbClr val="70461F"/>
              </a:solidFill>
              <a:prstDash val="solid"/>
              <a:round/>
            </a:ln>
          </a:insideV>
        </a:tcBdr>
        <a:fill>
          <a:solidFill>
            <a:srgbClr val="CFD1D4"/>
          </a:solidFill>
        </a:fill>
      </a:tcStyle>
    </a:wholeTbl>
    <a:band2H>
      <a:tcTxStyle/>
      <a:tcStyle>
        <a:tcBdr/>
        <a:fill>
          <a:solidFill>
            <a:srgbClr val="E8EAEB"/>
          </a:solidFill>
        </a:fill>
      </a:tcStyle>
    </a:band2H>
    <a:firstCol>
      <a:tcTxStyle b="on" i="off">
        <a:fontRef idx="minor">
          <a:srgbClr val="70461F"/>
        </a:fontRef>
        <a:srgbClr val="70461F"/>
      </a:tcTxStyle>
      <a:tcStyle>
        <a:tcBdr>
          <a:left>
            <a:ln w="12700" cap="flat">
              <a:solidFill>
                <a:srgbClr val="70461F"/>
              </a:solidFill>
              <a:prstDash val="solid"/>
              <a:round/>
            </a:ln>
          </a:left>
          <a:right>
            <a:ln w="12700" cap="flat">
              <a:solidFill>
                <a:srgbClr val="70461F"/>
              </a:solidFill>
              <a:prstDash val="solid"/>
              <a:round/>
            </a:ln>
          </a:right>
          <a:top>
            <a:ln w="12700" cap="flat">
              <a:solidFill>
                <a:srgbClr val="70461F"/>
              </a:solidFill>
              <a:prstDash val="solid"/>
              <a:round/>
            </a:ln>
          </a:top>
          <a:bottom>
            <a:ln w="12700" cap="flat">
              <a:solidFill>
                <a:srgbClr val="70461F"/>
              </a:solidFill>
              <a:prstDash val="solid"/>
              <a:round/>
            </a:ln>
          </a:bottom>
          <a:insideH>
            <a:ln w="12700" cap="flat">
              <a:solidFill>
                <a:srgbClr val="70461F"/>
              </a:solidFill>
              <a:prstDash val="solid"/>
              <a:round/>
            </a:ln>
          </a:insideH>
          <a:insideV>
            <a:ln w="12700" cap="flat">
              <a:solidFill>
                <a:srgbClr val="70461F"/>
              </a:solidFill>
              <a:prstDash val="solid"/>
              <a:round/>
            </a:ln>
          </a:insideV>
        </a:tcBdr>
        <a:fill>
          <a:solidFill>
            <a:srgbClr val="516170"/>
          </a:solidFill>
        </a:fill>
      </a:tcStyle>
    </a:firstCol>
    <a:lastRow>
      <a:tcTxStyle b="on" i="off">
        <a:fontRef idx="minor">
          <a:srgbClr val="70461F"/>
        </a:fontRef>
        <a:srgbClr val="70461F"/>
      </a:tcTxStyle>
      <a:tcStyle>
        <a:tcBdr>
          <a:left>
            <a:ln w="12700" cap="flat">
              <a:solidFill>
                <a:srgbClr val="70461F"/>
              </a:solidFill>
              <a:prstDash val="solid"/>
              <a:round/>
            </a:ln>
          </a:left>
          <a:right>
            <a:ln w="12700" cap="flat">
              <a:solidFill>
                <a:srgbClr val="70461F"/>
              </a:solidFill>
              <a:prstDash val="solid"/>
              <a:round/>
            </a:ln>
          </a:right>
          <a:top>
            <a:ln w="38100" cap="flat">
              <a:solidFill>
                <a:srgbClr val="70461F"/>
              </a:solidFill>
              <a:prstDash val="solid"/>
              <a:round/>
            </a:ln>
          </a:top>
          <a:bottom>
            <a:ln w="12700" cap="flat">
              <a:solidFill>
                <a:srgbClr val="70461F"/>
              </a:solidFill>
              <a:prstDash val="solid"/>
              <a:round/>
            </a:ln>
          </a:bottom>
          <a:insideH>
            <a:ln w="12700" cap="flat">
              <a:solidFill>
                <a:srgbClr val="70461F"/>
              </a:solidFill>
              <a:prstDash val="solid"/>
              <a:round/>
            </a:ln>
          </a:insideH>
          <a:insideV>
            <a:ln w="12700" cap="flat">
              <a:solidFill>
                <a:srgbClr val="70461F"/>
              </a:solidFill>
              <a:prstDash val="solid"/>
              <a:round/>
            </a:ln>
          </a:insideV>
        </a:tcBdr>
        <a:fill>
          <a:solidFill>
            <a:srgbClr val="516170"/>
          </a:solidFill>
        </a:fill>
      </a:tcStyle>
    </a:lastRow>
    <a:firstRow>
      <a:tcTxStyle b="on" i="off">
        <a:fontRef idx="minor">
          <a:srgbClr val="70461F"/>
        </a:fontRef>
        <a:srgbClr val="70461F"/>
      </a:tcTxStyle>
      <a:tcStyle>
        <a:tcBdr>
          <a:left>
            <a:ln w="12700" cap="flat">
              <a:solidFill>
                <a:srgbClr val="70461F"/>
              </a:solidFill>
              <a:prstDash val="solid"/>
              <a:round/>
            </a:ln>
          </a:left>
          <a:right>
            <a:ln w="12700" cap="flat">
              <a:solidFill>
                <a:srgbClr val="70461F"/>
              </a:solidFill>
              <a:prstDash val="solid"/>
              <a:round/>
            </a:ln>
          </a:right>
          <a:top>
            <a:ln w="12700" cap="flat">
              <a:solidFill>
                <a:srgbClr val="70461F"/>
              </a:solidFill>
              <a:prstDash val="solid"/>
              <a:round/>
            </a:ln>
          </a:top>
          <a:bottom>
            <a:ln w="38100" cap="flat">
              <a:solidFill>
                <a:srgbClr val="70461F"/>
              </a:solidFill>
              <a:prstDash val="solid"/>
              <a:round/>
            </a:ln>
          </a:bottom>
          <a:insideH>
            <a:ln w="12700" cap="flat">
              <a:solidFill>
                <a:srgbClr val="70461F"/>
              </a:solidFill>
              <a:prstDash val="solid"/>
              <a:round/>
            </a:ln>
          </a:insideH>
          <a:insideV>
            <a:ln w="12700" cap="flat">
              <a:solidFill>
                <a:srgbClr val="70461F"/>
              </a:solidFill>
              <a:prstDash val="solid"/>
              <a:round/>
            </a:ln>
          </a:insideV>
        </a:tcBdr>
        <a:fill>
          <a:solidFill>
            <a:srgbClr val="516170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8777"/>
    <p:restoredTop sz="96715"/>
  </p:normalViewPr>
  <p:slideViewPr>
    <p:cSldViewPr snapToGrid="0" snapToObjects="1" showGuides="1">
      <p:cViewPr varScale="1">
        <p:scale>
          <a:sx n="128" d="100"/>
          <a:sy n="128" d="100"/>
        </p:scale>
        <p:origin x="912" y="176"/>
      </p:cViewPr>
      <p:guideLst>
        <p:guide pos="1867"/>
        <p:guide pos="982"/>
        <p:guide orient="horz" pos="2137"/>
        <p:guide pos="1459"/>
        <p:guide pos="3885"/>
        <p:guide orient="horz" pos="2455"/>
        <p:guide/>
        <p:guide orient="horz"/>
        <p:guide pos="7680"/>
        <p:guide orient="horz" pos="4320"/>
        <p:guide pos="4520"/>
        <p:guide orient="horz" pos="3181"/>
        <p:guide orient="horz" pos="3680"/>
        <p:guide orient="horz" pos="1502"/>
        <p:guide orient="horz" pos="3271"/>
      </p:guideLst>
    </p:cSldViewPr>
  </p:slideViewPr>
  <p:outlineViewPr>
    <p:cViewPr>
      <p:scale>
        <a:sx n="33" d="100"/>
        <a:sy n="33" d="100"/>
      </p:scale>
      <p:origin x="0" y="-4032"/>
    </p:cViewPr>
  </p:outlineViewPr>
  <p:notesTextViewPr>
    <p:cViewPr>
      <p:scale>
        <a:sx n="20" d="100"/>
        <a:sy n="20" d="100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notesViewPr>
    <p:cSldViewPr snapToGrid="0" snapToObjects="1">
      <p:cViewPr varScale="1">
        <p:scale>
          <a:sx n="109" d="100"/>
          <a:sy n="109" d="100"/>
        </p:scale>
        <p:origin x="4672" y="184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Shape 332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33" name="Shape 333"/>
          <p:cNvSpPr>
            <a:spLocks noGrp="1"/>
          </p:cNvSpPr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latinLnBrk="0">
      <a:defRPr sz="1200">
        <a:latin typeface="+mj-lt"/>
        <a:ea typeface="+mj-ea"/>
        <a:cs typeface="+mj-cs"/>
        <a:sym typeface="Calibri"/>
      </a:defRPr>
    </a:lvl1pPr>
    <a:lvl2pPr indent="228600" latinLnBrk="0">
      <a:defRPr sz="1200">
        <a:latin typeface="+mj-lt"/>
        <a:ea typeface="+mj-ea"/>
        <a:cs typeface="+mj-cs"/>
        <a:sym typeface="Calibri"/>
      </a:defRPr>
    </a:lvl2pPr>
    <a:lvl3pPr indent="457200" latinLnBrk="0">
      <a:defRPr sz="1200">
        <a:latin typeface="+mj-lt"/>
        <a:ea typeface="+mj-ea"/>
        <a:cs typeface="+mj-cs"/>
        <a:sym typeface="Calibri"/>
      </a:defRPr>
    </a:lvl3pPr>
    <a:lvl4pPr indent="685800" latinLnBrk="0">
      <a:defRPr sz="1200">
        <a:latin typeface="+mj-lt"/>
        <a:ea typeface="+mj-ea"/>
        <a:cs typeface="+mj-cs"/>
        <a:sym typeface="Calibri"/>
      </a:defRPr>
    </a:lvl4pPr>
    <a:lvl5pPr indent="914400" latinLnBrk="0">
      <a:defRPr sz="1200">
        <a:latin typeface="+mj-lt"/>
        <a:ea typeface="+mj-ea"/>
        <a:cs typeface="+mj-cs"/>
        <a:sym typeface="Calibri"/>
      </a:defRPr>
    </a:lvl5pPr>
    <a:lvl6pPr indent="1143000" latinLnBrk="0">
      <a:defRPr sz="1200">
        <a:latin typeface="+mj-lt"/>
        <a:ea typeface="+mj-ea"/>
        <a:cs typeface="+mj-cs"/>
        <a:sym typeface="Calibri"/>
      </a:defRPr>
    </a:lvl6pPr>
    <a:lvl7pPr indent="1371600" latinLnBrk="0">
      <a:defRPr sz="1200">
        <a:latin typeface="+mj-lt"/>
        <a:ea typeface="+mj-ea"/>
        <a:cs typeface="+mj-cs"/>
        <a:sym typeface="Calibri"/>
      </a:defRPr>
    </a:lvl7pPr>
    <a:lvl8pPr indent="1600200" latinLnBrk="0">
      <a:defRPr sz="1200">
        <a:latin typeface="+mj-lt"/>
        <a:ea typeface="+mj-ea"/>
        <a:cs typeface="+mj-cs"/>
        <a:sym typeface="Calibri"/>
      </a:defRPr>
    </a:lvl8pPr>
    <a:lvl9pPr indent="1828800" latinLnBrk="0">
      <a:defRPr sz="1200">
        <a:latin typeface="+mj-lt"/>
        <a:ea typeface="+mj-ea"/>
        <a:cs typeface="+mj-cs"/>
        <a:sym typeface="Calibri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750081078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Обложка_5">
    <p:bg>
      <p:bgPr>
        <a:gradFill flip="none" rotWithShape="1">
          <a:gsLst>
            <a:gs pos="0">
              <a:srgbClr val="EEF3FF"/>
            </a:gs>
            <a:gs pos="95000">
              <a:srgbClr val="ECF1F5"/>
            </a:gs>
          </a:gsLst>
          <a:lin ang="168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" name="Рисунок 9" descr="Рисунок 9"/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65334" y="2058666"/>
            <a:ext cx="1744816" cy="696796"/>
          </a:xfrm>
          <a:prstGeom prst="rect">
            <a:avLst/>
          </a:prstGeom>
          <a:ln w="12700">
            <a:miter lim="400000"/>
          </a:ln>
        </p:spPr>
      </p:pic>
      <p:sp>
        <p:nvSpPr>
          <p:cNvPr id="62" name="Click to edit Master title style"/>
          <p:cNvSpPr txBox="1">
            <a:spLocks noGrp="1"/>
          </p:cNvSpPr>
          <p:nvPr>
            <p:ph type="title" hasCustomPrompt="1"/>
          </p:nvPr>
        </p:nvSpPr>
        <p:spPr>
          <a:xfrm>
            <a:off x="1621666" y="3028517"/>
            <a:ext cx="3546150" cy="86708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>
              <a:defRPr sz="2800">
                <a:solidFill>
                  <a:srgbClr val="3F4851"/>
                </a:solidFill>
              </a:defRPr>
            </a:lvl1pPr>
          </a:lstStyle>
          <a:p>
            <a:r>
              <a:t>Click to edit Master title style</a:t>
            </a:r>
          </a:p>
        </p:txBody>
      </p:sp>
      <p:sp>
        <p:nvSpPr>
          <p:cNvPr id="63" name="Уровень текста 1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1621667" y="4015273"/>
            <a:ext cx="2429500" cy="106053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buSzTx/>
              <a:buFontTx/>
              <a:buNone/>
              <a:defRPr sz="1400">
                <a:solidFill>
                  <a:srgbClr val="3F4851"/>
                </a:solidFill>
              </a:defRPr>
            </a:lvl1pPr>
            <a:lvl2pPr marL="685800" indent="-228600">
              <a:buFontTx/>
              <a:defRPr sz="1400">
                <a:solidFill>
                  <a:srgbClr val="3F4851"/>
                </a:solidFill>
              </a:defRPr>
            </a:lvl2pPr>
            <a:lvl3pPr marL="1143000" indent="-228600">
              <a:buFontTx/>
              <a:defRPr sz="1400">
                <a:solidFill>
                  <a:srgbClr val="3F4851"/>
                </a:solidFill>
              </a:defRPr>
            </a:lvl3pPr>
            <a:lvl4pPr marL="1549400" indent="-177800">
              <a:buFontTx/>
              <a:defRPr sz="1400">
                <a:solidFill>
                  <a:srgbClr val="3F4851"/>
                </a:solidFill>
              </a:defRPr>
            </a:lvl4pPr>
            <a:lvl5pPr>
              <a:buFontTx/>
              <a:defRPr sz="1400">
                <a:solidFill>
                  <a:srgbClr val="3F4851"/>
                </a:solidFill>
              </a:defRPr>
            </a:lvl5pPr>
          </a:lstStyle>
          <a:p>
            <a:r>
              <a:t>Текст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64" name="Номер слайда"/>
          <p:cNvSpPr txBox="1">
            <a:spLocks noGrp="1"/>
          </p:cNvSpPr>
          <p:nvPr>
            <p:ph type="sldNum" sz="quarter" idx="2"/>
          </p:nvPr>
        </p:nvSpPr>
        <p:spPr>
          <a:xfrm>
            <a:off x="8318501" y="6356350"/>
            <a:ext cx="419099" cy="231138"/>
          </a:xfrm>
          <a:prstGeom prst="rect">
            <a:avLst/>
          </a:prstGeom>
        </p:spPr>
        <p:txBody>
          <a:bodyPr lIns="45718" tIns="45718" rIns="45718" bIns="45718" anchor="t"/>
          <a:lstStyle>
            <a:lvl1pPr algn="r">
              <a:defRPr sz="900">
                <a:solidFill>
                  <a:srgbClr val="3F4851"/>
                </a:solidFill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  <p:sp>
        <p:nvSpPr>
          <p:cNvPr id="7" name="Овал 6">
            <a:extLst>
              <a:ext uri="{FF2B5EF4-FFF2-40B4-BE49-F238E27FC236}">
                <a16:creationId xmlns:a16="http://schemas.microsoft.com/office/drawing/2014/main" id="{67C63F90-9076-C143-9FF6-0AF976FA4DE7}"/>
              </a:ext>
            </a:extLst>
          </p:cNvPr>
          <p:cNvSpPr/>
          <p:nvPr userDrawn="1"/>
        </p:nvSpPr>
        <p:spPr>
          <a:xfrm>
            <a:off x="2069486" y="-1438835"/>
            <a:ext cx="672353" cy="672353"/>
          </a:xfrm>
          <a:prstGeom prst="ellipse">
            <a:avLst/>
          </a:prstGeom>
          <a:solidFill>
            <a:srgbClr val="339189"/>
          </a:solidFill>
          <a:ln w="25400" cap="flat">
            <a:noFill/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ctr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 dirty="0">
              <a:ln>
                <a:noFill/>
              </a:ln>
              <a:solidFill>
                <a:srgbClr val="516170"/>
              </a:solidFill>
              <a:effectLst/>
              <a:uFillTx/>
              <a:latin typeface="+mn-lt"/>
              <a:ea typeface="+mn-ea"/>
              <a:cs typeface="+mn-cs"/>
              <a:sym typeface="Helvetica"/>
            </a:endParaRPr>
          </a:p>
        </p:txBody>
      </p:sp>
      <p:sp>
        <p:nvSpPr>
          <p:cNvPr id="8" name="Овал 7">
            <a:extLst>
              <a:ext uri="{FF2B5EF4-FFF2-40B4-BE49-F238E27FC236}">
                <a16:creationId xmlns:a16="http://schemas.microsoft.com/office/drawing/2014/main" id="{914CFD5B-FCE4-574A-8964-1C7E091A3AD9}"/>
              </a:ext>
            </a:extLst>
          </p:cNvPr>
          <p:cNvSpPr/>
          <p:nvPr userDrawn="1"/>
        </p:nvSpPr>
        <p:spPr>
          <a:xfrm>
            <a:off x="3907363" y="-1438835"/>
            <a:ext cx="672353" cy="672353"/>
          </a:xfrm>
          <a:prstGeom prst="ellipse">
            <a:avLst/>
          </a:prstGeom>
          <a:solidFill>
            <a:srgbClr val="333F48"/>
          </a:solidFill>
          <a:ln w="25400" cap="flat">
            <a:noFill/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ctr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>
              <a:ln>
                <a:noFill/>
              </a:ln>
              <a:solidFill>
                <a:srgbClr val="516170"/>
              </a:solidFill>
              <a:effectLst/>
              <a:uFillTx/>
              <a:latin typeface="+mn-lt"/>
              <a:ea typeface="+mn-ea"/>
              <a:cs typeface="+mn-cs"/>
              <a:sym typeface="Helvetica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57AA286-6630-1743-B7A3-0D72063999A7}"/>
              </a:ext>
            </a:extLst>
          </p:cNvPr>
          <p:cNvSpPr txBox="1"/>
          <p:nvPr userDrawn="1"/>
        </p:nvSpPr>
        <p:spPr>
          <a:xfrm>
            <a:off x="2874437" y="-1402298"/>
            <a:ext cx="1257726" cy="646327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t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Blue Chill</a:t>
            </a:r>
          </a:p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#</a:t>
            </a:r>
            <a:r>
              <a:rPr kumimoji="0" lang="ru-RU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339189</a:t>
            </a:r>
          </a:p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200" b="0" i="0" u="none" strike="noStrike" cap="none" spc="0" normalizeH="0" baseline="0" dirty="0">
              <a:ln>
                <a:noFill/>
              </a:ln>
              <a:solidFill>
                <a:srgbClr val="FFFFFF"/>
              </a:solidFill>
              <a:effectLst/>
              <a:uFillTx/>
              <a:latin typeface="SB Sans Display Light" panose="020B0303040504020204" pitchFamily="34" charset="0"/>
              <a:ea typeface="+mn-ea"/>
              <a:cs typeface="SB Sans Display Light" panose="020B0303040504020204" pitchFamily="34" charset="0"/>
              <a:sym typeface="Helvetica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588A5EC-AE2B-2148-AC1D-D8132235E456}"/>
              </a:ext>
            </a:extLst>
          </p:cNvPr>
          <p:cNvSpPr txBox="1"/>
          <p:nvPr userDrawn="1"/>
        </p:nvSpPr>
        <p:spPr>
          <a:xfrm>
            <a:off x="4669929" y="-1402298"/>
            <a:ext cx="1593391" cy="46166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t">
            <a:spAutoFit/>
          </a:bodyPr>
          <a:lstStyle/>
          <a:p>
            <a:r>
              <a:rPr kumimoji="0" lang="en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Graphite</a:t>
            </a:r>
          </a:p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#</a:t>
            </a:r>
            <a:r>
              <a:rPr kumimoji="0" lang="en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3</a:t>
            </a:r>
            <a:r>
              <a:rPr kumimoji="0" lang="ru-RU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3</a:t>
            </a:r>
            <a:r>
              <a:rPr kumimoji="0" lang="en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3F48</a:t>
            </a:r>
            <a:endParaRPr kumimoji="0" lang="ru-RU" sz="1200" b="0" i="0" u="none" strike="noStrike" cap="none" spc="0" normalizeH="0" baseline="0" dirty="0">
              <a:ln>
                <a:noFill/>
              </a:ln>
              <a:solidFill>
                <a:srgbClr val="FFFFFF"/>
              </a:solidFill>
              <a:effectLst/>
              <a:uFillTx/>
              <a:latin typeface="SB Sans Display Light" panose="020B0303040504020204" pitchFamily="34" charset="0"/>
              <a:ea typeface="+mn-ea"/>
              <a:cs typeface="SB Sans Display Light" panose="020B0303040504020204" pitchFamily="34" charset="0"/>
              <a:sym typeface="Helvetica"/>
            </a:endParaRPr>
          </a:p>
        </p:txBody>
      </p:sp>
      <p:sp>
        <p:nvSpPr>
          <p:cNvPr id="11" name="Овал 10">
            <a:extLst>
              <a:ext uri="{FF2B5EF4-FFF2-40B4-BE49-F238E27FC236}">
                <a16:creationId xmlns:a16="http://schemas.microsoft.com/office/drawing/2014/main" id="{4BCB28C4-BBA2-E349-94B7-711C2D902AE5}"/>
              </a:ext>
            </a:extLst>
          </p:cNvPr>
          <p:cNvSpPr/>
          <p:nvPr userDrawn="1"/>
        </p:nvSpPr>
        <p:spPr>
          <a:xfrm>
            <a:off x="-13957" y="-1438835"/>
            <a:ext cx="672353" cy="672353"/>
          </a:xfrm>
          <a:prstGeom prst="ellipse">
            <a:avLst/>
          </a:prstGeom>
          <a:solidFill>
            <a:srgbClr val="04766C"/>
          </a:solidFill>
          <a:ln w="25400" cap="flat">
            <a:noFill/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ctr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 dirty="0">
              <a:ln>
                <a:noFill/>
              </a:ln>
              <a:solidFill>
                <a:srgbClr val="516170"/>
              </a:solidFill>
              <a:effectLst/>
              <a:uFillTx/>
              <a:latin typeface="+mn-lt"/>
              <a:ea typeface="+mn-ea"/>
              <a:cs typeface="+mn-cs"/>
              <a:sym typeface="Helvetica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C6442C1-9342-3D4B-BFAA-EC433DF5B987}"/>
              </a:ext>
            </a:extLst>
          </p:cNvPr>
          <p:cNvSpPr txBox="1"/>
          <p:nvPr userDrawn="1"/>
        </p:nvSpPr>
        <p:spPr>
          <a:xfrm>
            <a:off x="790994" y="-1402298"/>
            <a:ext cx="1767011" cy="646327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t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Malachite Pro</a:t>
            </a:r>
          </a:p>
          <a:p>
            <a:r>
              <a:rPr kumimoji="0" lang="en-US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#</a:t>
            </a:r>
            <a:r>
              <a:rPr kumimoji="0" lang="en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00766C</a:t>
            </a:r>
          </a:p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200" b="0" i="0" u="none" strike="noStrike" cap="none" spc="0" normalizeH="0" baseline="0" dirty="0">
              <a:ln>
                <a:noFill/>
              </a:ln>
              <a:solidFill>
                <a:srgbClr val="FFFFFF"/>
              </a:solidFill>
              <a:effectLst/>
              <a:uFillTx/>
              <a:latin typeface="SB Sans Display Light" panose="020B0303040504020204" pitchFamily="34" charset="0"/>
              <a:ea typeface="+mn-ea"/>
              <a:cs typeface="SB Sans Display Light" panose="020B0303040504020204" pitchFamily="34" charset="0"/>
              <a:sym typeface="Helvetica"/>
            </a:endParaRPr>
          </a:p>
        </p:txBody>
      </p:sp>
      <p:sp>
        <p:nvSpPr>
          <p:cNvPr id="13" name="Овал 12">
            <a:extLst>
              <a:ext uri="{FF2B5EF4-FFF2-40B4-BE49-F238E27FC236}">
                <a16:creationId xmlns:a16="http://schemas.microsoft.com/office/drawing/2014/main" id="{B353067C-AE2F-8844-9656-8DA1F7571F2C}"/>
              </a:ext>
            </a:extLst>
          </p:cNvPr>
          <p:cNvSpPr/>
          <p:nvPr userDrawn="1"/>
        </p:nvSpPr>
        <p:spPr>
          <a:xfrm>
            <a:off x="5642598" y="-1428324"/>
            <a:ext cx="672353" cy="672353"/>
          </a:xfrm>
          <a:prstGeom prst="ellipse">
            <a:avLst/>
          </a:prstGeom>
          <a:solidFill>
            <a:srgbClr val="EEF3FF"/>
          </a:solidFill>
          <a:ln w="25400" cap="flat">
            <a:noFill/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ctr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>
              <a:ln>
                <a:noFill/>
              </a:ln>
              <a:solidFill>
                <a:srgbClr val="516170"/>
              </a:solidFill>
              <a:effectLst/>
              <a:uFillTx/>
              <a:latin typeface="+mn-lt"/>
              <a:ea typeface="+mn-ea"/>
              <a:cs typeface="+mn-cs"/>
              <a:sym typeface="Helvetica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453A1C7-D750-7846-A751-B095F65CBA4D}"/>
              </a:ext>
            </a:extLst>
          </p:cNvPr>
          <p:cNvSpPr txBox="1"/>
          <p:nvPr userDrawn="1"/>
        </p:nvSpPr>
        <p:spPr>
          <a:xfrm>
            <a:off x="6439293" y="-1402298"/>
            <a:ext cx="1593391" cy="646327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t">
            <a:spAutoFit/>
          </a:bodyPr>
          <a:lstStyle/>
          <a:p>
            <a:r>
              <a:rPr kumimoji="0" lang="ru-RU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Снежный </a:t>
            </a:r>
            <a:r>
              <a:rPr kumimoji="0" lang="ru-RU" sz="1200" b="0" i="0" u="none" strike="noStrike" cap="none" spc="0" normalizeH="0" baseline="0" dirty="0" err="1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Сбер</a:t>
            </a:r>
            <a:endParaRPr kumimoji="0" lang="en" sz="1200" b="0" i="0" u="none" strike="noStrike" cap="none" spc="0" normalizeH="0" baseline="0" dirty="0">
              <a:ln>
                <a:noFill/>
              </a:ln>
              <a:solidFill>
                <a:srgbClr val="FFFFFF"/>
              </a:solidFill>
              <a:effectLst/>
              <a:uFillTx/>
              <a:latin typeface="SB Sans Display Light" panose="020B0303040504020204" pitchFamily="34" charset="0"/>
              <a:ea typeface="+mn-ea"/>
              <a:cs typeface="SB Sans Display Light" panose="020B0303040504020204" pitchFamily="34" charset="0"/>
              <a:sym typeface="Helvetica"/>
            </a:endParaRPr>
          </a:p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#</a:t>
            </a:r>
            <a:r>
              <a:rPr kumimoji="0" lang="en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EEF3FF</a:t>
            </a:r>
          </a:p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200" b="0" i="0" u="none" strike="noStrike" cap="none" spc="0" normalizeH="0" baseline="0" dirty="0">
              <a:ln>
                <a:noFill/>
              </a:ln>
              <a:solidFill>
                <a:srgbClr val="FFFFFF"/>
              </a:solidFill>
              <a:effectLst/>
              <a:uFillTx/>
              <a:latin typeface="SB Sans Display Light" panose="020B0303040504020204" pitchFamily="34" charset="0"/>
              <a:ea typeface="+mn-ea"/>
              <a:cs typeface="SB Sans Display Light" panose="020B0303040504020204" pitchFamily="34" charset="0"/>
              <a:sym typeface="Helvetica"/>
            </a:endParaRPr>
          </a:p>
        </p:txBody>
      </p:sp>
      <p:sp>
        <p:nvSpPr>
          <p:cNvPr id="15" name="Овал 14">
            <a:extLst>
              <a:ext uri="{FF2B5EF4-FFF2-40B4-BE49-F238E27FC236}">
                <a16:creationId xmlns:a16="http://schemas.microsoft.com/office/drawing/2014/main" id="{20D6157B-EE42-6942-8FA9-DB1634ED0BA5}"/>
              </a:ext>
            </a:extLst>
          </p:cNvPr>
          <p:cNvSpPr/>
          <p:nvPr userDrawn="1"/>
        </p:nvSpPr>
        <p:spPr>
          <a:xfrm>
            <a:off x="7876512" y="-1428324"/>
            <a:ext cx="672353" cy="672353"/>
          </a:xfrm>
          <a:prstGeom prst="ellipse">
            <a:avLst/>
          </a:prstGeom>
          <a:solidFill>
            <a:srgbClr val="D6D4D4"/>
          </a:solidFill>
          <a:ln w="25400" cap="flat">
            <a:noFill/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ctr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>
              <a:ln>
                <a:noFill/>
              </a:ln>
              <a:solidFill>
                <a:srgbClr val="516170"/>
              </a:solidFill>
              <a:effectLst/>
              <a:uFillTx/>
              <a:latin typeface="+mn-lt"/>
              <a:ea typeface="+mn-ea"/>
              <a:cs typeface="+mn-cs"/>
              <a:sym typeface="Helvetica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40B78A9-2445-B048-B28F-3C0D2731B4C7}"/>
              </a:ext>
            </a:extLst>
          </p:cNvPr>
          <p:cNvSpPr txBox="1"/>
          <p:nvPr userDrawn="1"/>
        </p:nvSpPr>
        <p:spPr>
          <a:xfrm>
            <a:off x="8673207" y="-1402298"/>
            <a:ext cx="1593391" cy="646327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t">
            <a:spAutoFit/>
          </a:bodyPr>
          <a:lstStyle/>
          <a:p>
            <a:r>
              <a:rPr kumimoji="0" lang="ru-RU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Серый </a:t>
            </a:r>
            <a:r>
              <a:rPr kumimoji="0" lang="ru-RU" sz="1200" b="0" i="0" u="none" strike="noStrike" cap="none" spc="0" normalizeH="0" baseline="0" dirty="0" err="1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Сбер</a:t>
            </a:r>
            <a:endParaRPr kumimoji="0" lang="en" sz="1200" b="0" i="0" u="none" strike="noStrike" cap="none" spc="0" normalizeH="0" baseline="0" dirty="0">
              <a:ln>
                <a:noFill/>
              </a:ln>
              <a:solidFill>
                <a:srgbClr val="FFFFFF"/>
              </a:solidFill>
              <a:effectLst/>
              <a:uFillTx/>
              <a:latin typeface="SB Sans Display Light" panose="020B0303040504020204" pitchFamily="34" charset="0"/>
              <a:ea typeface="+mn-ea"/>
              <a:cs typeface="SB Sans Display Light" panose="020B0303040504020204" pitchFamily="34" charset="0"/>
              <a:sym typeface="Helvetica"/>
            </a:endParaRPr>
          </a:p>
          <a:p>
            <a:r>
              <a:rPr kumimoji="0" lang="en-US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#</a:t>
            </a:r>
            <a:r>
              <a:rPr kumimoji="0" lang="en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D6D4D4</a:t>
            </a:r>
          </a:p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200" b="0" i="0" u="none" strike="noStrike" cap="none" spc="0" normalizeH="0" baseline="0" dirty="0">
              <a:ln>
                <a:noFill/>
              </a:ln>
              <a:solidFill>
                <a:srgbClr val="FFFFFF"/>
              </a:solidFill>
              <a:effectLst/>
              <a:uFillTx/>
              <a:latin typeface="SB Sans Display Light" panose="020B0303040504020204" pitchFamily="34" charset="0"/>
              <a:ea typeface="+mn-ea"/>
              <a:cs typeface="SB Sans Display Light" panose="020B0303040504020204" pitchFamily="34" charset="0"/>
              <a:sym typeface="Helvetica"/>
            </a:endParaRPr>
          </a:p>
        </p:txBody>
      </p:sp>
      <p:sp>
        <p:nvSpPr>
          <p:cNvPr id="17" name="Овал 16">
            <a:extLst>
              <a:ext uri="{FF2B5EF4-FFF2-40B4-BE49-F238E27FC236}">
                <a16:creationId xmlns:a16="http://schemas.microsoft.com/office/drawing/2014/main" id="{AF65468C-DD77-1249-BB04-B8BE5B4EFE32}"/>
              </a:ext>
            </a:extLst>
          </p:cNvPr>
          <p:cNvSpPr/>
          <p:nvPr userDrawn="1"/>
        </p:nvSpPr>
        <p:spPr>
          <a:xfrm>
            <a:off x="9983608" y="-1428324"/>
            <a:ext cx="672353" cy="672353"/>
          </a:xfrm>
          <a:prstGeom prst="ellipse">
            <a:avLst/>
          </a:prstGeom>
          <a:solidFill>
            <a:srgbClr val="516270"/>
          </a:solidFill>
          <a:ln w="25400" cap="flat">
            <a:noFill/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ctr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>
              <a:ln>
                <a:noFill/>
              </a:ln>
              <a:solidFill>
                <a:srgbClr val="516170"/>
              </a:solidFill>
              <a:effectLst/>
              <a:uFillTx/>
              <a:latin typeface="+mn-lt"/>
              <a:ea typeface="+mn-ea"/>
              <a:cs typeface="+mn-cs"/>
              <a:sym typeface="Helvetica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9FA6B40-9A7E-C749-8348-5102A38F8F3E}"/>
              </a:ext>
            </a:extLst>
          </p:cNvPr>
          <p:cNvSpPr txBox="1"/>
          <p:nvPr userDrawn="1"/>
        </p:nvSpPr>
        <p:spPr>
          <a:xfrm>
            <a:off x="10780303" y="-1402298"/>
            <a:ext cx="1593391" cy="646327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t">
            <a:spAutoFit/>
          </a:bodyPr>
          <a:lstStyle/>
          <a:p>
            <a:r>
              <a:rPr kumimoji="0" lang="en-US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Graphite CIB #</a:t>
            </a:r>
            <a:r>
              <a:rPr kumimoji="0" lang="ru-RU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516270</a:t>
            </a:r>
          </a:p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200" b="0" i="0" u="none" strike="noStrike" cap="none" spc="0" normalizeH="0" baseline="0" dirty="0">
              <a:ln>
                <a:noFill/>
              </a:ln>
              <a:solidFill>
                <a:srgbClr val="FFFFFF"/>
              </a:solidFill>
              <a:effectLst/>
              <a:uFillTx/>
              <a:latin typeface="SB Sans Display Light" panose="020B0303040504020204" pitchFamily="34" charset="0"/>
              <a:ea typeface="+mn-ea"/>
              <a:cs typeface="SB Sans Display Light" panose="020B0303040504020204" pitchFamily="34" charset="0"/>
              <a:sym typeface="Helvetica"/>
            </a:endParaRPr>
          </a:p>
        </p:txBody>
      </p:sp>
      <p:sp>
        <p:nvSpPr>
          <p:cNvPr id="19" name="Овал 18">
            <a:extLst>
              <a:ext uri="{FF2B5EF4-FFF2-40B4-BE49-F238E27FC236}">
                <a16:creationId xmlns:a16="http://schemas.microsoft.com/office/drawing/2014/main" id="{C8828D7F-78A9-1B40-8AD4-00B8AE443A5C}"/>
              </a:ext>
            </a:extLst>
          </p:cNvPr>
          <p:cNvSpPr/>
          <p:nvPr userDrawn="1"/>
        </p:nvSpPr>
        <p:spPr>
          <a:xfrm>
            <a:off x="12181377" y="-1428324"/>
            <a:ext cx="672353" cy="672353"/>
          </a:xfrm>
          <a:prstGeom prst="ellipse">
            <a:avLst/>
          </a:prstGeom>
          <a:solidFill>
            <a:srgbClr val="853990"/>
          </a:solidFill>
          <a:ln w="25400" cap="flat">
            <a:noFill/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ctr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>
              <a:ln>
                <a:noFill/>
              </a:ln>
              <a:solidFill>
                <a:srgbClr val="516170"/>
              </a:solidFill>
              <a:effectLst/>
              <a:uFillTx/>
              <a:latin typeface="+mn-lt"/>
              <a:ea typeface="+mn-ea"/>
              <a:cs typeface="+mn-cs"/>
              <a:sym typeface="Helvetica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ABAFE76-BB18-FC49-9BAC-038C6813EF2A}"/>
              </a:ext>
            </a:extLst>
          </p:cNvPr>
          <p:cNvSpPr txBox="1"/>
          <p:nvPr userDrawn="1"/>
        </p:nvSpPr>
        <p:spPr>
          <a:xfrm>
            <a:off x="12978072" y="-1402298"/>
            <a:ext cx="1593391" cy="646327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t">
            <a:spAutoFit/>
          </a:bodyPr>
          <a:lstStyle/>
          <a:p>
            <a:r>
              <a:rPr kumimoji="0" lang="en-US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Vivid Violet</a:t>
            </a:r>
          </a:p>
          <a:p>
            <a:r>
              <a:rPr kumimoji="0" lang="en-US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#853A90</a:t>
            </a:r>
            <a:endParaRPr kumimoji="0" lang="ru-RU" sz="1200" b="0" i="0" u="none" strike="noStrike" cap="none" spc="0" normalizeH="0" baseline="0" dirty="0">
              <a:ln>
                <a:noFill/>
              </a:ln>
              <a:solidFill>
                <a:srgbClr val="FFFFFF"/>
              </a:solidFill>
              <a:effectLst/>
              <a:uFillTx/>
              <a:latin typeface="SB Sans Display Light" panose="020B0303040504020204" pitchFamily="34" charset="0"/>
              <a:ea typeface="+mn-ea"/>
              <a:cs typeface="SB Sans Display Light" panose="020B0303040504020204" pitchFamily="34" charset="0"/>
              <a:sym typeface="Helvetica"/>
            </a:endParaRPr>
          </a:p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200" b="0" i="0" u="none" strike="noStrike" cap="none" spc="0" normalizeH="0" baseline="0" dirty="0">
              <a:ln>
                <a:noFill/>
              </a:ln>
              <a:solidFill>
                <a:srgbClr val="FFFFFF"/>
              </a:solidFill>
              <a:effectLst/>
              <a:uFillTx/>
              <a:latin typeface="SB Sans Display Light" panose="020B0303040504020204" pitchFamily="34" charset="0"/>
              <a:ea typeface="+mn-ea"/>
              <a:cs typeface="SB Sans Display Light" panose="020B0303040504020204" pitchFamily="34" charset="0"/>
              <a:sym typeface="Helvetica"/>
            </a:endParaRPr>
          </a:p>
        </p:txBody>
      </p:sp>
    </p:spTree>
  </p:cSld>
  <p:clrMapOvr>
    <a:masterClrMapping/>
  </p:clrMapOvr>
  <p:transition spd="med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Слайд с контактами">
    <p:bg>
      <p:bgPr>
        <a:gradFill flip="none" rotWithShape="1">
          <a:gsLst>
            <a:gs pos="0">
              <a:srgbClr val="FFFFFF"/>
            </a:gs>
            <a:gs pos="100000">
              <a:srgbClr val="EEF3FF"/>
            </a:gs>
          </a:gsLst>
          <a:lin ang="186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1" name="Рисунок 18" descr="Рисунок 18"/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63637" y="657225"/>
            <a:ext cx="1971270" cy="787229"/>
          </a:xfrm>
          <a:prstGeom prst="rect">
            <a:avLst/>
          </a:prstGeom>
          <a:ln w="12700">
            <a:miter lim="400000"/>
          </a:ln>
        </p:spPr>
      </p:pic>
      <p:sp>
        <p:nvSpPr>
          <p:cNvPr id="72" name="Прямая соединительная линия 17"/>
          <p:cNvSpPr/>
          <p:nvPr/>
        </p:nvSpPr>
        <p:spPr>
          <a:xfrm flipH="1">
            <a:off x="1163638" y="4044298"/>
            <a:ext cx="1655762" cy="1"/>
          </a:xfrm>
          <a:prstGeom prst="line">
            <a:avLst/>
          </a:prstGeom>
          <a:ln w="38100">
            <a:solidFill>
              <a:schemeClr val="accent1"/>
            </a:solidFill>
            <a:miter/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73" name="Click to edit Master title style"/>
          <p:cNvSpPr txBox="1">
            <a:spLocks noGrp="1"/>
          </p:cNvSpPr>
          <p:nvPr>
            <p:ph type="title" hasCustomPrompt="1"/>
          </p:nvPr>
        </p:nvSpPr>
        <p:spPr>
          <a:xfrm>
            <a:off x="1163637" y="3169784"/>
            <a:ext cx="8994972" cy="518434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>
              <a:defRPr sz="4800">
                <a:solidFill>
                  <a:srgbClr val="3F4851"/>
                </a:solidFill>
              </a:defRPr>
            </a:lvl1pPr>
          </a:lstStyle>
          <a:p>
            <a:r>
              <a:t>Click to edit Master title style</a:t>
            </a:r>
          </a:p>
        </p:txBody>
      </p:sp>
      <p:sp>
        <p:nvSpPr>
          <p:cNvPr id="74" name="Уровень текста 1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1163637" y="4315897"/>
            <a:ext cx="2429502" cy="1060529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buSzTx/>
              <a:buFontTx/>
              <a:buNone/>
              <a:defRPr sz="1400">
                <a:solidFill>
                  <a:srgbClr val="3F4851"/>
                </a:solidFill>
              </a:defRPr>
            </a:lvl1pPr>
            <a:lvl2pPr marL="685800" indent="-228600">
              <a:buFontTx/>
              <a:defRPr sz="1400">
                <a:solidFill>
                  <a:srgbClr val="3F4851"/>
                </a:solidFill>
              </a:defRPr>
            </a:lvl2pPr>
            <a:lvl3pPr marL="1143000" indent="-228600">
              <a:buFontTx/>
              <a:defRPr sz="1400">
                <a:solidFill>
                  <a:srgbClr val="3F4851"/>
                </a:solidFill>
              </a:defRPr>
            </a:lvl3pPr>
            <a:lvl4pPr marL="1549400" indent="-177800">
              <a:buFontTx/>
              <a:defRPr sz="1400">
                <a:solidFill>
                  <a:srgbClr val="3F4851"/>
                </a:solidFill>
              </a:defRPr>
            </a:lvl4pPr>
            <a:lvl5pPr>
              <a:buFontTx/>
              <a:defRPr sz="1400">
                <a:solidFill>
                  <a:srgbClr val="3F4851"/>
                </a:solidFill>
              </a:defRPr>
            </a:lvl5pPr>
          </a:lstStyle>
          <a:p>
            <a:r>
              <a:t>Текст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75" name="Номер слайда"/>
          <p:cNvSpPr txBox="1">
            <a:spLocks noGrp="1"/>
          </p:cNvSpPr>
          <p:nvPr>
            <p:ph type="sldNum" sz="quarter" idx="2"/>
          </p:nvPr>
        </p:nvSpPr>
        <p:spPr>
          <a:xfrm>
            <a:off x="8318501" y="6356350"/>
            <a:ext cx="419099" cy="231138"/>
          </a:xfrm>
          <a:prstGeom prst="rect">
            <a:avLst/>
          </a:prstGeom>
        </p:spPr>
        <p:txBody>
          <a:bodyPr lIns="45718" tIns="45718" rIns="45718" bIns="45718" anchor="t"/>
          <a:lstStyle>
            <a:lvl1pPr algn="r">
              <a:defRPr sz="900">
                <a:solidFill>
                  <a:srgbClr val="3F4851"/>
                </a:solidFill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  <p:sp>
        <p:nvSpPr>
          <p:cNvPr id="7" name="Овал 6">
            <a:extLst>
              <a:ext uri="{FF2B5EF4-FFF2-40B4-BE49-F238E27FC236}">
                <a16:creationId xmlns:a16="http://schemas.microsoft.com/office/drawing/2014/main" id="{4B4BA5B4-A1D1-B84C-B64E-98F59F4F3E83}"/>
              </a:ext>
            </a:extLst>
          </p:cNvPr>
          <p:cNvSpPr/>
          <p:nvPr userDrawn="1"/>
        </p:nvSpPr>
        <p:spPr>
          <a:xfrm>
            <a:off x="2069486" y="-1438835"/>
            <a:ext cx="672353" cy="672353"/>
          </a:xfrm>
          <a:prstGeom prst="ellipse">
            <a:avLst/>
          </a:prstGeom>
          <a:solidFill>
            <a:srgbClr val="339189"/>
          </a:solidFill>
          <a:ln w="25400" cap="flat">
            <a:noFill/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ctr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 dirty="0">
              <a:ln>
                <a:noFill/>
              </a:ln>
              <a:solidFill>
                <a:srgbClr val="516170"/>
              </a:solidFill>
              <a:effectLst/>
              <a:uFillTx/>
              <a:latin typeface="+mn-lt"/>
              <a:ea typeface="+mn-ea"/>
              <a:cs typeface="+mn-cs"/>
              <a:sym typeface="Helvetica"/>
            </a:endParaRPr>
          </a:p>
        </p:txBody>
      </p:sp>
      <p:sp>
        <p:nvSpPr>
          <p:cNvPr id="8" name="Овал 7">
            <a:extLst>
              <a:ext uri="{FF2B5EF4-FFF2-40B4-BE49-F238E27FC236}">
                <a16:creationId xmlns:a16="http://schemas.microsoft.com/office/drawing/2014/main" id="{07267F22-88A4-1548-AA20-450CEFA09E94}"/>
              </a:ext>
            </a:extLst>
          </p:cNvPr>
          <p:cNvSpPr/>
          <p:nvPr userDrawn="1"/>
        </p:nvSpPr>
        <p:spPr>
          <a:xfrm>
            <a:off x="3907363" y="-1438835"/>
            <a:ext cx="672353" cy="672353"/>
          </a:xfrm>
          <a:prstGeom prst="ellipse">
            <a:avLst/>
          </a:prstGeom>
          <a:solidFill>
            <a:srgbClr val="333F48"/>
          </a:solidFill>
          <a:ln w="25400" cap="flat">
            <a:noFill/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ctr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>
              <a:ln>
                <a:noFill/>
              </a:ln>
              <a:solidFill>
                <a:srgbClr val="516170"/>
              </a:solidFill>
              <a:effectLst/>
              <a:uFillTx/>
              <a:latin typeface="+mn-lt"/>
              <a:ea typeface="+mn-ea"/>
              <a:cs typeface="+mn-cs"/>
              <a:sym typeface="Helvetica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F78293D-ABE7-2A47-9EE6-70BD05191317}"/>
              </a:ext>
            </a:extLst>
          </p:cNvPr>
          <p:cNvSpPr txBox="1"/>
          <p:nvPr userDrawn="1"/>
        </p:nvSpPr>
        <p:spPr>
          <a:xfrm>
            <a:off x="2874437" y="-1402298"/>
            <a:ext cx="1257726" cy="646327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t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Blue Chill</a:t>
            </a:r>
          </a:p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#</a:t>
            </a:r>
            <a:r>
              <a:rPr kumimoji="0" lang="ru-RU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339189</a:t>
            </a:r>
          </a:p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200" b="0" i="0" u="none" strike="noStrike" cap="none" spc="0" normalizeH="0" baseline="0" dirty="0">
              <a:ln>
                <a:noFill/>
              </a:ln>
              <a:solidFill>
                <a:srgbClr val="FFFFFF"/>
              </a:solidFill>
              <a:effectLst/>
              <a:uFillTx/>
              <a:latin typeface="SB Sans Display Light" panose="020B0303040504020204" pitchFamily="34" charset="0"/>
              <a:ea typeface="+mn-ea"/>
              <a:cs typeface="SB Sans Display Light" panose="020B0303040504020204" pitchFamily="34" charset="0"/>
              <a:sym typeface="Helvetica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F3C4A65-ED85-2443-9D67-13116A5F8B9B}"/>
              </a:ext>
            </a:extLst>
          </p:cNvPr>
          <p:cNvSpPr txBox="1"/>
          <p:nvPr userDrawn="1"/>
        </p:nvSpPr>
        <p:spPr>
          <a:xfrm>
            <a:off x="4669929" y="-1402298"/>
            <a:ext cx="1593391" cy="46166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t">
            <a:spAutoFit/>
          </a:bodyPr>
          <a:lstStyle/>
          <a:p>
            <a:r>
              <a:rPr kumimoji="0" lang="en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Graphite</a:t>
            </a:r>
          </a:p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#</a:t>
            </a:r>
            <a:r>
              <a:rPr kumimoji="0" lang="en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3</a:t>
            </a:r>
            <a:r>
              <a:rPr kumimoji="0" lang="ru-RU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3</a:t>
            </a:r>
            <a:r>
              <a:rPr kumimoji="0" lang="en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3F48</a:t>
            </a:r>
            <a:endParaRPr kumimoji="0" lang="ru-RU" sz="1200" b="0" i="0" u="none" strike="noStrike" cap="none" spc="0" normalizeH="0" baseline="0" dirty="0">
              <a:ln>
                <a:noFill/>
              </a:ln>
              <a:solidFill>
                <a:srgbClr val="FFFFFF"/>
              </a:solidFill>
              <a:effectLst/>
              <a:uFillTx/>
              <a:latin typeface="SB Sans Display Light" panose="020B0303040504020204" pitchFamily="34" charset="0"/>
              <a:ea typeface="+mn-ea"/>
              <a:cs typeface="SB Sans Display Light" panose="020B0303040504020204" pitchFamily="34" charset="0"/>
              <a:sym typeface="Helvetica"/>
            </a:endParaRPr>
          </a:p>
        </p:txBody>
      </p:sp>
      <p:sp>
        <p:nvSpPr>
          <p:cNvPr id="11" name="Овал 10">
            <a:extLst>
              <a:ext uri="{FF2B5EF4-FFF2-40B4-BE49-F238E27FC236}">
                <a16:creationId xmlns:a16="http://schemas.microsoft.com/office/drawing/2014/main" id="{5B825E38-7DEC-C344-A0B0-5D7DBDD8380F}"/>
              </a:ext>
            </a:extLst>
          </p:cNvPr>
          <p:cNvSpPr/>
          <p:nvPr userDrawn="1"/>
        </p:nvSpPr>
        <p:spPr>
          <a:xfrm>
            <a:off x="-13957" y="-1438835"/>
            <a:ext cx="672353" cy="672353"/>
          </a:xfrm>
          <a:prstGeom prst="ellipse">
            <a:avLst/>
          </a:prstGeom>
          <a:solidFill>
            <a:srgbClr val="04766C"/>
          </a:solidFill>
          <a:ln w="25400" cap="flat">
            <a:noFill/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ctr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 dirty="0">
              <a:ln>
                <a:noFill/>
              </a:ln>
              <a:solidFill>
                <a:srgbClr val="516170"/>
              </a:solidFill>
              <a:effectLst/>
              <a:uFillTx/>
              <a:latin typeface="+mn-lt"/>
              <a:ea typeface="+mn-ea"/>
              <a:cs typeface="+mn-cs"/>
              <a:sym typeface="Helvetica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01055BF-9283-294F-8AF4-BB354D99AB93}"/>
              </a:ext>
            </a:extLst>
          </p:cNvPr>
          <p:cNvSpPr txBox="1"/>
          <p:nvPr userDrawn="1"/>
        </p:nvSpPr>
        <p:spPr>
          <a:xfrm>
            <a:off x="790994" y="-1402298"/>
            <a:ext cx="1767011" cy="646327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t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Malachite Pro</a:t>
            </a:r>
          </a:p>
          <a:p>
            <a:r>
              <a:rPr kumimoji="0" lang="en-US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#</a:t>
            </a:r>
            <a:r>
              <a:rPr kumimoji="0" lang="en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00766C</a:t>
            </a:r>
          </a:p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200" b="0" i="0" u="none" strike="noStrike" cap="none" spc="0" normalizeH="0" baseline="0" dirty="0">
              <a:ln>
                <a:noFill/>
              </a:ln>
              <a:solidFill>
                <a:srgbClr val="FFFFFF"/>
              </a:solidFill>
              <a:effectLst/>
              <a:uFillTx/>
              <a:latin typeface="SB Sans Display Light" panose="020B0303040504020204" pitchFamily="34" charset="0"/>
              <a:ea typeface="+mn-ea"/>
              <a:cs typeface="SB Sans Display Light" panose="020B0303040504020204" pitchFamily="34" charset="0"/>
              <a:sym typeface="Helvetica"/>
            </a:endParaRPr>
          </a:p>
        </p:txBody>
      </p:sp>
      <p:sp>
        <p:nvSpPr>
          <p:cNvPr id="13" name="Овал 12">
            <a:extLst>
              <a:ext uri="{FF2B5EF4-FFF2-40B4-BE49-F238E27FC236}">
                <a16:creationId xmlns:a16="http://schemas.microsoft.com/office/drawing/2014/main" id="{7BB0CC4D-79A6-994B-B376-98D2D2A4DCE9}"/>
              </a:ext>
            </a:extLst>
          </p:cNvPr>
          <p:cNvSpPr/>
          <p:nvPr userDrawn="1"/>
        </p:nvSpPr>
        <p:spPr>
          <a:xfrm>
            <a:off x="5642598" y="-1428324"/>
            <a:ext cx="672353" cy="672353"/>
          </a:xfrm>
          <a:prstGeom prst="ellipse">
            <a:avLst/>
          </a:prstGeom>
          <a:solidFill>
            <a:srgbClr val="EEF3FF"/>
          </a:solidFill>
          <a:ln w="25400" cap="flat">
            <a:noFill/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ctr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>
              <a:ln>
                <a:noFill/>
              </a:ln>
              <a:solidFill>
                <a:srgbClr val="516170"/>
              </a:solidFill>
              <a:effectLst/>
              <a:uFillTx/>
              <a:latin typeface="+mn-lt"/>
              <a:ea typeface="+mn-ea"/>
              <a:cs typeface="+mn-cs"/>
              <a:sym typeface="Helvetica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ED73596-6CE1-0647-AAEB-4F611D99F08A}"/>
              </a:ext>
            </a:extLst>
          </p:cNvPr>
          <p:cNvSpPr txBox="1"/>
          <p:nvPr userDrawn="1"/>
        </p:nvSpPr>
        <p:spPr>
          <a:xfrm>
            <a:off x="6439293" y="-1402298"/>
            <a:ext cx="1593391" cy="646327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t">
            <a:spAutoFit/>
          </a:bodyPr>
          <a:lstStyle/>
          <a:p>
            <a:r>
              <a:rPr kumimoji="0" lang="ru-RU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Снежный </a:t>
            </a:r>
            <a:r>
              <a:rPr kumimoji="0" lang="ru-RU" sz="1200" b="0" i="0" u="none" strike="noStrike" cap="none" spc="0" normalizeH="0" baseline="0" dirty="0" err="1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Сбер</a:t>
            </a:r>
            <a:endParaRPr kumimoji="0" lang="en" sz="1200" b="0" i="0" u="none" strike="noStrike" cap="none" spc="0" normalizeH="0" baseline="0" dirty="0">
              <a:ln>
                <a:noFill/>
              </a:ln>
              <a:solidFill>
                <a:srgbClr val="FFFFFF"/>
              </a:solidFill>
              <a:effectLst/>
              <a:uFillTx/>
              <a:latin typeface="SB Sans Display Light" panose="020B0303040504020204" pitchFamily="34" charset="0"/>
              <a:ea typeface="+mn-ea"/>
              <a:cs typeface="SB Sans Display Light" panose="020B0303040504020204" pitchFamily="34" charset="0"/>
              <a:sym typeface="Helvetica"/>
            </a:endParaRPr>
          </a:p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#</a:t>
            </a:r>
            <a:r>
              <a:rPr kumimoji="0" lang="en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EEF3FF</a:t>
            </a:r>
          </a:p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200" b="0" i="0" u="none" strike="noStrike" cap="none" spc="0" normalizeH="0" baseline="0" dirty="0">
              <a:ln>
                <a:noFill/>
              </a:ln>
              <a:solidFill>
                <a:srgbClr val="FFFFFF"/>
              </a:solidFill>
              <a:effectLst/>
              <a:uFillTx/>
              <a:latin typeface="SB Sans Display Light" panose="020B0303040504020204" pitchFamily="34" charset="0"/>
              <a:ea typeface="+mn-ea"/>
              <a:cs typeface="SB Sans Display Light" panose="020B0303040504020204" pitchFamily="34" charset="0"/>
              <a:sym typeface="Helvetica"/>
            </a:endParaRPr>
          </a:p>
        </p:txBody>
      </p:sp>
      <p:sp>
        <p:nvSpPr>
          <p:cNvPr id="15" name="Овал 14">
            <a:extLst>
              <a:ext uri="{FF2B5EF4-FFF2-40B4-BE49-F238E27FC236}">
                <a16:creationId xmlns:a16="http://schemas.microsoft.com/office/drawing/2014/main" id="{228014E3-6687-2D48-81E8-8A61D2E3F922}"/>
              </a:ext>
            </a:extLst>
          </p:cNvPr>
          <p:cNvSpPr/>
          <p:nvPr userDrawn="1"/>
        </p:nvSpPr>
        <p:spPr>
          <a:xfrm>
            <a:off x="7876512" y="-1428324"/>
            <a:ext cx="672353" cy="672353"/>
          </a:xfrm>
          <a:prstGeom prst="ellipse">
            <a:avLst/>
          </a:prstGeom>
          <a:solidFill>
            <a:srgbClr val="D6D4D4"/>
          </a:solidFill>
          <a:ln w="25400" cap="flat">
            <a:noFill/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ctr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>
              <a:ln>
                <a:noFill/>
              </a:ln>
              <a:solidFill>
                <a:srgbClr val="516170"/>
              </a:solidFill>
              <a:effectLst/>
              <a:uFillTx/>
              <a:latin typeface="+mn-lt"/>
              <a:ea typeface="+mn-ea"/>
              <a:cs typeface="+mn-cs"/>
              <a:sym typeface="Helvetica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773D875-B431-6A49-BCA8-F3F307AB4631}"/>
              </a:ext>
            </a:extLst>
          </p:cNvPr>
          <p:cNvSpPr txBox="1"/>
          <p:nvPr userDrawn="1"/>
        </p:nvSpPr>
        <p:spPr>
          <a:xfrm>
            <a:off x="8673207" y="-1402298"/>
            <a:ext cx="1593391" cy="646327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t">
            <a:spAutoFit/>
          </a:bodyPr>
          <a:lstStyle/>
          <a:p>
            <a:r>
              <a:rPr kumimoji="0" lang="ru-RU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Серый </a:t>
            </a:r>
            <a:r>
              <a:rPr kumimoji="0" lang="ru-RU" sz="1200" b="0" i="0" u="none" strike="noStrike" cap="none" spc="0" normalizeH="0" baseline="0" dirty="0" err="1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Сбер</a:t>
            </a:r>
            <a:endParaRPr kumimoji="0" lang="en" sz="1200" b="0" i="0" u="none" strike="noStrike" cap="none" spc="0" normalizeH="0" baseline="0" dirty="0">
              <a:ln>
                <a:noFill/>
              </a:ln>
              <a:solidFill>
                <a:srgbClr val="FFFFFF"/>
              </a:solidFill>
              <a:effectLst/>
              <a:uFillTx/>
              <a:latin typeface="SB Sans Display Light" panose="020B0303040504020204" pitchFamily="34" charset="0"/>
              <a:ea typeface="+mn-ea"/>
              <a:cs typeface="SB Sans Display Light" panose="020B0303040504020204" pitchFamily="34" charset="0"/>
              <a:sym typeface="Helvetica"/>
            </a:endParaRPr>
          </a:p>
          <a:p>
            <a:r>
              <a:rPr kumimoji="0" lang="en-US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#</a:t>
            </a:r>
            <a:r>
              <a:rPr kumimoji="0" lang="en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D6D4D4</a:t>
            </a:r>
          </a:p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200" b="0" i="0" u="none" strike="noStrike" cap="none" spc="0" normalizeH="0" baseline="0" dirty="0">
              <a:ln>
                <a:noFill/>
              </a:ln>
              <a:solidFill>
                <a:srgbClr val="FFFFFF"/>
              </a:solidFill>
              <a:effectLst/>
              <a:uFillTx/>
              <a:latin typeface="SB Sans Display Light" panose="020B0303040504020204" pitchFamily="34" charset="0"/>
              <a:ea typeface="+mn-ea"/>
              <a:cs typeface="SB Sans Display Light" panose="020B0303040504020204" pitchFamily="34" charset="0"/>
              <a:sym typeface="Helvetica"/>
            </a:endParaRPr>
          </a:p>
        </p:txBody>
      </p:sp>
      <p:sp>
        <p:nvSpPr>
          <p:cNvPr id="17" name="Овал 16">
            <a:extLst>
              <a:ext uri="{FF2B5EF4-FFF2-40B4-BE49-F238E27FC236}">
                <a16:creationId xmlns:a16="http://schemas.microsoft.com/office/drawing/2014/main" id="{6E5D651E-9BE7-FF4B-A4F5-83DB8332C737}"/>
              </a:ext>
            </a:extLst>
          </p:cNvPr>
          <p:cNvSpPr/>
          <p:nvPr userDrawn="1"/>
        </p:nvSpPr>
        <p:spPr>
          <a:xfrm>
            <a:off x="9983608" y="-1428324"/>
            <a:ext cx="672353" cy="672353"/>
          </a:xfrm>
          <a:prstGeom prst="ellipse">
            <a:avLst/>
          </a:prstGeom>
          <a:solidFill>
            <a:srgbClr val="516270"/>
          </a:solidFill>
          <a:ln w="25400" cap="flat">
            <a:noFill/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ctr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>
              <a:ln>
                <a:noFill/>
              </a:ln>
              <a:solidFill>
                <a:srgbClr val="516170"/>
              </a:solidFill>
              <a:effectLst/>
              <a:uFillTx/>
              <a:latin typeface="+mn-lt"/>
              <a:ea typeface="+mn-ea"/>
              <a:cs typeface="+mn-cs"/>
              <a:sym typeface="Helvetica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F048EE0-2245-F845-B1D3-18F1DD9F86C3}"/>
              </a:ext>
            </a:extLst>
          </p:cNvPr>
          <p:cNvSpPr txBox="1"/>
          <p:nvPr userDrawn="1"/>
        </p:nvSpPr>
        <p:spPr>
          <a:xfrm>
            <a:off x="10780303" y="-1402298"/>
            <a:ext cx="1593391" cy="646327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t">
            <a:spAutoFit/>
          </a:bodyPr>
          <a:lstStyle/>
          <a:p>
            <a:r>
              <a:rPr kumimoji="0" lang="en-US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Graphite CIB #</a:t>
            </a:r>
            <a:r>
              <a:rPr kumimoji="0" lang="ru-RU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516270</a:t>
            </a:r>
          </a:p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200" b="0" i="0" u="none" strike="noStrike" cap="none" spc="0" normalizeH="0" baseline="0" dirty="0">
              <a:ln>
                <a:noFill/>
              </a:ln>
              <a:solidFill>
                <a:srgbClr val="FFFFFF"/>
              </a:solidFill>
              <a:effectLst/>
              <a:uFillTx/>
              <a:latin typeface="SB Sans Display Light" panose="020B0303040504020204" pitchFamily="34" charset="0"/>
              <a:ea typeface="+mn-ea"/>
              <a:cs typeface="SB Sans Display Light" panose="020B0303040504020204" pitchFamily="34" charset="0"/>
              <a:sym typeface="Helvetica"/>
            </a:endParaRPr>
          </a:p>
        </p:txBody>
      </p:sp>
      <p:sp>
        <p:nvSpPr>
          <p:cNvPr id="19" name="Овал 18">
            <a:extLst>
              <a:ext uri="{FF2B5EF4-FFF2-40B4-BE49-F238E27FC236}">
                <a16:creationId xmlns:a16="http://schemas.microsoft.com/office/drawing/2014/main" id="{BD7536CE-298A-B04D-B528-35CE092B87EB}"/>
              </a:ext>
            </a:extLst>
          </p:cNvPr>
          <p:cNvSpPr/>
          <p:nvPr userDrawn="1"/>
        </p:nvSpPr>
        <p:spPr>
          <a:xfrm>
            <a:off x="12181377" y="-1428324"/>
            <a:ext cx="672353" cy="672353"/>
          </a:xfrm>
          <a:prstGeom prst="ellipse">
            <a:avLst/>
          </a:prstGeom>
          <a:solidFill>
            <a:srgbClr val="853990"/>
          </a:solidFill>
          <a:ln w="25400" cap="flat">
            <a:noFill/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ctr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>
              <a:ln>
                <a:noFill/>
              </a:ln>
              <a:solidFill>
                <a:srgbClr val="516170"/>
              </a:solidFill>
              <a:effectLst/>
              <a:uFillTx/>
              <a:latin typeface="+mn-lt"/>
              <a:ea typeface="+mn-ea"/>
              <a:cs typeface="+mn-cs"/>
              <a:sym typeface="Helvetica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C566E8C-CC84-854D-AB12-B7F72037EBF6}"/>
              </a:ext>
            </a:extLst>
          </p:cNvPr>
          <p:cNvSpPr txBox="1"/>
          <p:nvPr userDrawn="1"/>
        </p:nvSpPr>
        <p:spPr>
          <a:xfrm>
            <a:off x="12978072" y="-1402298"/>
            <a:ext cx="1593391" cy="646327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t">
            <a:spAutoFit/>
          </a:bodyPr>
          <a:lstStyle/>
          <a:p>
            <a:r>
              <a:rPr kumimoji="0" lang="en-US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Vivid Violet</a:t>
            </a:r>
          </a:p>
          <a:p>
            <a:r>
              <a:rPr kumimoji="0" lang="en-US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#853A90</a:t>
            </a:r>
            <a:endParaRPr kumimoji="0" lang="ru-RU" sz="1200" b="0" i="0" u="none" strike="noStrike" cap="none" spc="0" normalizeH="0" baseline="0" dirty="0">
              <a:ln>
                <a:noFill/>
              </a:ln>
              <a:solidFill>
                <a:srgbClr val="FFFFFF"/>
              </a:solidFill>
              <a:effectLst/>
              <a:uFillTx/>
              <a:latin typeface="SB Sans Display Light" panose="020B0303040504020204" pitchFamily="34" charset="0"/>
              <a:ea typeface="+mn-ea"/>
              <a:cs typeface="SB Sans Display Light" panose="020B0303040504020204" pitchFamily="34" charset="0"/>
              <a:sym typeface="Helvetica"/>
            </a:endParaRPr>
          </a:p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200" b="0" i="0" u="none" strike="noStrike" cap="none" spc="0" normalizeH="0" baseline="0" dirty="0">
              <a:ln>
                <a:noFill/>
              </a:ln>
              <a:solidFill>
                <a:srgbClr val="FFFFFF"/>
              </a:solidFill>
              <a:effectLst/>
              <a:uFillTx/>
              <a:latin typeface="SB Sans Display Light" panose="020B0303040504020204" pitchFamily="34" charset="0"/>
              <a:ea typeface="+mn-ea"/>
              <a:cs typeface="SB Sans Display Light" panose="020B0303040504020204" pitchFamily="34" charset="0"/>
              <a:sym typeface="Helvetica"/>
            </a:endParaRPr>
          </a:p>
        </p:txBody>
      </p:sp>
    </p:spTree>
  </p:cSld>
  <p:clrMapOvr>
    <a:masterClrMapping/>
  </p:clrMapOvr>
  <p:transition spd="med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Слайд пустой_светлый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0" name="Object 3" descr="Object 3"/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26988" y="369715"/>
            <a:ext cx="1398333" cy="287510"/>
          </a:xfrm>
          <a:prstGeom prst="rect">
            <a:avLst/>
          </a:prstGeom>
          <a:ln w="12700">
            <a:miter lim="400000"/>
          </a:ln>
        </p:spPr>
      </p:pic>
      <p:sp>
        <p:nvSpPr>
          <p:cNvPr id="171" name="Click to edit Master title style"/>
          <p:cNvSpPr txBox="1">
            <a:spLocks noGrp="1"/>
          </p:cNvSpPr>
          <p:nvPr>
            <p:ph type="title" hasCustomPrompt="1"/>
          </p:nvPr>
        </p:nvSpPr>
        <p:spPr>
          <a:xfrm>
            <a:off x="1163637" y="657225"/>
            <a:ext cx="9000002" cy="518433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>
              <a:defRPr sz="2800">
                <a:solidFill>
                  <a:srgbClr val="3F4851"/>
                </a:solidFill>
              </a:defRPr>
            </a:lvl1pPr>
          </a:lstStyle>
          <a:p>
            <a:r>
              <a:rPr dirty="0"/>
              <a:t>Click to edit Master title style</a:t>
            </a:r>
          </a:p>
        </p:txBody>
      </p:sp>
      <p:sp>
        <p:nvSpPr>
          <p:cNvPr id="19" name="Номер слайда">
            <a:extLst>
              <a:ext uri="{FF2B5EF4-FFF2-40B4-BE49-F238E27FC236}">
                <a16:creationId xmlns:a16="http://schemas.microsoft.com/office/drawing/2014/main" id="{0F57866A-218D-414E-BBD5-9F368D11790D}"/>
              </a:ext>
            </a:extLst>
          </p:cNvPr>
          <p:cNvSpPr txBox="1">
            <a:spLocks noGrp="1"/>
          </p:cNvSpPr>
          <p:nvPr>
            <p:ph type="sldNum" sz="quarter" idx="4294967295"/>
          </p:nvPr>
        </p:nvSpPr>
        <p:spPr>
          <a:xfrm>
            <a:off x="11485372" y="6408409"/>
            <a:ext cx="325375" cy="139701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>
              <a:defRPr sz="900">
                <a:latin typeface="SB Sans Text Light"/>
                <a:ea typeface="SB Sans Text Light"/>
                <a:cs typeface="SB Sans Text Light"/>
                <a:sym typeface="SB Sans Text Light"/>
              </a:defRPr>
            </a:lvl1pPr>
          </a:lstStyle>
          <a:p>
            <a:fld id="{86CB4B4D-7CA3-9044-876B-883B54F8677D}" type="slidenum">
              <a:t>‹#›</a:t>
            </a:fld>
            <a:endParaRPr dirty="0"/>
          </a:p>
        </p:txBody>
      </p:sp>
    </p:spTree>
  </p:cSld>
  <p:clrMapOvr>
    <a:masterClrMapping/>
  </p:clrMapOvr>
  <p:transition spd="med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 preserve="1">
  <p:cSld name="2_Слайд пустой_светлый">
    <p:bg>
      <p:bgPr>
        <a:gradFill>
          <a:gsLst>
            <a:gs pos="65000">
              <a:srgbClr val="D6D4D4"/>
            </a:gs>
            <a:gs pos="100000">
              <a:srgbClr val="FFFFFF"/>
            </a:gs>
          </a:gsLst>
          <a:lin ang="186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Click to edit Master title style"/>
          <p:cNvSpPr txBox="1">
            <a:spLocks noGrp="1"/>
          </p:cNvSpPr>
          <p:nvPr>
            <p:ph type="title" hasCustomPrompt="1"/>
          </p:nvPr>
        </p:nvSpPr>
        <p:spPr>
          <a:xfrm>
            <a:off x="1163637" y="657225"/>
            <a:ext cx="9000002" cy="518433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>
              <a:defRPr sz="2800">
                <a:solidFill>
                  <a:srgbClr val="FFFFFF"/>
                </a:solidFill>
              </a:defRPr>
            </a:lvl1pPr>
          </a:lstStyle>
          <a:p>
            <a:r>
              <a:rPr dirty="0"/>
              <a:t>Click to edit Master title style</a:t>
            </a:r>
          </a:p>
        </p:txBody>
      </p:sp>
      <p:sp>
        <p:nvSpPr>
          <p:cNvPr id="172" name="Номер слайда"/>
          <p:cNvSpPr txBox="1">
            <a:spLocks noGrp="1"/>
          </p:cNvSpPr>
          <p:nvPr>
            <p:ph type="sldNum" sz="quarter" idx="2"/>
          </p:nvPr>
        </p:nvSpPr>
        <p:spPr>
          <a:xfrm>
            <a:off x="11529445" y="6385277"/>
            <a:ext cx="411972" cy="184666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fld id="{86CB4B4D-7CA3-9044-876B-883B54F8677D}" type="slidenum">
              <a:rPr lang="ru-RU" smtClean="0"/>
              <a:pPr/>
              <a:t>‹#›</a:t>
            </a:fld>
            <a:endParaRPr lang="ru-RU"/>
          </a:p>
        </p:txBody>
      </p:sp>
      <p:sp>
        <p:nvSpPr>
          <p:cNvPr id="2" name="Овал 1">
            <a:extLst>
              <a:ext uri="{FF2B5EF4-FFF2-40B4-BE49-F238E27FC236}">
                <a16:creationId xmlns:a16="http://schemas.microsoft.com/office/drawing/2014/main" id="{F373E55E-305F-2C4B-B1A1-232E3A471614}"/>
              </a:ext>
            </a:extLst>
          </p:cNvPr>
          <p:cNvSpPr/>
          <p:nvPr userDrawn="1"/>
        </p:nvSpPr>
        <p:spPr>
          <a:xfrm>
            <a:off x="2069486" y="-1438835"/>
            <a:ext cx="672353" cy="672353"/>
          </a:xfrm>
          <a:prstGeom prst="ellipse">
            <a:avLst/>
          </a:prstGeom>
          <a:solidFill>
            <a:srgbClr val="339189"/>
          </a:solidFill>
          <a:ln w="25400" cap="flat">
            <a:noFill/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ctr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 dirty="0">
              <a:ln>
                <a:noFill/>
              </a:ln>
              <a:solidFill>
                <a:srgbClr val="516170"/>
              </a:solidFill>
              <a:effectLst/>
              <a:uFillTx/>
              <a:latin typeface="+mn-lt"/>
              <a:ea typeface="+mn-ea"/>
              <a:cs typeface="+mn-cs"/>
              <a:sym typeface="Helvetica"/>
            </a:endParaRPr>
          </a:p>
        </p:txBody>
      </p:sp>
      <p:sp>
        <p:nvSpPr>
          <p:cNvPr id="6" name="Овал 5">
            <a:extLst>
              <a:ext uri="{FF2B5EF4-FFF2-40B4-BE49-F238E27FC236}">
                <a16:creationId xmlns:a16="http://schemas.microsoft.com/office/drawing/2014/main" id="{24F1D7A5-AAD1-2B4F-99CA-F9596EF90C7A}"/>
              </a:ext>
            </a:extLst>
          </p:cNvPr>
          <p:cNvSpPr/>
          <p:nvPr userDrawn="1"/>
        </p:nvSpPr>
        <p:spPr>
          <a:xfrm>
            <a:off x="3907363" y="-1438835"/>
            <a:ext cx="672353" cy="672353"/>
          </a:xfrm>
          <a:prstGeom prst="ellipse">
            <a:avLst/>
          </a:prstGeom>
          <a:solidFill>
            <a:srgbClr val="333F48"/>
          </a:solidFill>
          <a:ln w="25400" cap="flat">
            <a:noFill/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ctr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>
              <a:ln>
                <a:noFill/>
              </a:ln>
              <a:solidFill>
                <a:srgbClr val="516170"/>
              </a:solidFill>
              <a:effectLst/>
              <a:uFillTx/>
              <a:latin typeface="+mn-lt"/>
              <a:ea typeface="+mn-ea"/>
              <a:cs typeface="+mn-cs"/>
              <a:sym typeface="Helvetica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A03C0D9-366A-D745-80E0-E0301A67AC80}"/>
              </a:ext>
            </a:extLst>
          </p:cNvPr>
          <p:cNvSpPr txBox="1"/>
          <p:nvPr userDrawn="1"/>
        </p:nvSpPr>
        <p:spPr>
          <a:xfrm>
            <a:off x="2874437" y="-1402298"/>
            <a:ext cx="1257726" cy="646327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t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Blue Chill</a:t>
            </a:r>
          </a:p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#</a:t>
            </a:r>
            <a:r>
              <a:rPr kumimoji="0" lang="ru-RU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339189</a:t>
            </a:r>
          </a:p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200" b="0" i="0" u="none" strike="noStrike" cap="none" spc="0" normalizeH="0" baseline="0" dirty="0">
              <a:ln>
                <a:noFill/>
              </a:ln>
              <a:solidFill>
                <a:srgbClr val="FFFFFF"/>
              </a:solidFill>
              <a:effectLst/>
              <a:uFillTx/>
              <a:latin typeface="SB Sans Display Light" panose="020B0303040504020204" pitchFamily="34" charset="0"/>
              <a:ea typeface="+mn-ea"/>
              <a:cs typeface="SB Sans Display Light" panose="020B0303040504020204" pitchFamily="34" charset="0"/>
              <a:sym typeface="Helvetica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F2780DE-BE84-EA49-9539-815A93F4DFAA}"/>
              </a:ext>
            </a:extLst>
          </p:cNvPr>
          <p:cNvSpPr txBox="1"/>
          <p:nvPr userDrawn="1"/>
        </p:nvSpPr>
        <p:spPr>
          <a:xfrm>
            <a:off x="4669929" y="-1402298"/>
            <a:ext cx="1593391" cy="46166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t">
            <a:spAutoFit/>
          </a:bodyPr>
          <a:lstStyle/>
          <a:p>
            <a:r>
              <a:rPr kumimoji="0" lang="en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Graphite</a:t>
            </a:r>
          </a:p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#</a:t>
            </a:r>
            <a:r>
              <a:rPr kumimoji="0" lang="en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3</a:t>
            </a:r>
            <a:r>
              <a:rPr kumimoji="0" lang="ru-RU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3</a:t>
            </a:r>
            <a:r>
              <a:rPr kumimoji="0" lang="en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3F48</a:t>
            </a:r>
            <a:endParaRPr kumimoji="0" lang="ru-RU" sz="1200" b="0" i="0" u="none" strike="noStrike" cap="none" spc="0" normalizeH="0" baseline="0" dirty="0">
              <a:ln>
                <a:noFill/>
              </a:ln>
              <a:solidFill>
                <a:srgbClr val="FFFFFF"/>
              </a:solidFill>
              <a:effectLst/>
              <a:uFillTx/>
              <a:latin typeface="SB Sans Display Light" panose="020B0303040504020204" pitchFamily="34" charset="0"/>
              <a:ea typeface="+mn-ea"/>
              <a:cs typeface="SB Sans Display Light" panose="020B0303040504020204" pitchFamily="34" charset="0"/>
              <a:sym typeface="Helvetica"/>
            </a:endParaRPr>
          </a:p>
        </p:txBody>
      </p:sp>
      <p:sp>
        <p:nvSpPr>
          <p:cNvPr id="9" name="Овал 8">
            <a:extLst>
              <a:ext uri="{FF2B5EF4-FFF2-40B4-BE49-F238E27FC236}">
                <a16:creationId xmlns:a16="http://schemas.microsoft.com/office/drawing/2014/main" id="{F58EAAA0-B04E-4A47-8748-24DEE449B8B7}"/>
              </a:ext>
            </a:extLst>
          </p:cNvPr>
          <p:cNvSpPr/>
          <p:nvPr userDrawn="1"/>
        </p:nvSpPr>
        <p:spPr>
          <a:xfrm>
            <a:off x="-13957" y="-1438835"/>
            <a:ext cx="672353" cy="672353"/>
          </a:xfrm>
          <a:prstGeom prst="ellipse">
            <a:avLst/>
          </a:prstGeom>
          <a:solidFill>
            <a:srgbClr val="04766C"/>
          </a:solidFill>
          <a:ln w="25400" cap="flat">
            <a:noFill/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ctr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 dirty="0">
              <a:ln>
                <a:noFill/>
              </a:ln>
              <a:solidFill>
                <a:srgbClr val="516170"/>
              </a:solidFill>
              <a:effectLst/>
              <a:uFillTx/>
              <a:latin typeface="+mn-lt"/>
              <a:ea typeface="+mn-ea"/>
              <a:cs typeface="+mn-cs"/>
              <a:sym typeface="Helvetica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17968A2-26D2-8F49-8D4A-FA828122E175}"/>
              </a:ext>
            </a:extLst>
          </p:cNvPr>
          <p:cNvSpPr txBox="1"/>
          <p:nvPr userDrawn="1"/>
        </p:nvSpPr>
        <p:spPr>
          <a:xfrm>
            <a:off x="790994" y="-1402298"/>
            <a:ext cx="1767011" cy="646327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t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Malachite Pro</a:t>
            </a:r>
          </a:p>
          <a:p>
            <a:r>
              <a:rPr kumimoji="0" lang="en-US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#</a:t>
            </a:r>
            <a:r>
              <a:rPr kumimoji="0" lang="en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00766C</a:t>
            </a:r>
          </a:p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200" b="0" i="0" u="none" strike="noStrike" cap="none" spc="0" normalizeH="0" baseline="0" dirty="0">
              <a:ln>
                <a:noFill/>
              </a:ln>
              <a:solidFill>
                <a:srgbClr val="FFFFFF"/>
              </a:solidFill>
              <a:effectLst/>
              <a:uFillTx/>
              <a:latin typeface="SB Sans Display Light" panose="020B0303040504020204" pitchFamily="34" charset="0"/>
              <a:ea typeface="+mn-ea"/>
              <a:cs typeface="SB Sans Display Light" panose="020B0303040504020204" pitchFamily="34" charset="0"/>
              <a:sym typeface="Helvetica"/>
            </a:endParaRPr>
          </a:p>
        </p:txBody>
      </p:sp>
      <p:sp>
        <p:nvSpPr>
          <p:cNvPr id="11" name="Овал 10">
            <a:extLst>
              <a:ext uri="{FF2B5EF4-FFF2-40B4-BE49-F238E27FC236}">
                <a16:creationId xmlns:a16="http://schemas.microsoft.com/office/drawing/2014/main" id="{B1CFA7B3-1F78-B642-B372-0C83DBA02776}"/>
              </a:ext>
            </a:extLst>
          </p:cNvPr>
          <p:cNvSpPr/>
          <p:nvPr userDrawn="1"/>
        </p:nvSpPr>
        <p:spPr>
          <a:xfrm>
            <a:off x="5642598" y="-1428324"/>
            <a:ext cx="672353" cy="672353"/>
          </a:xfrm>
          <a:prstGeom prst="ellipse">
            <a:avLst/>
          </a:prstGeom>
          <a:solidFill>
            <a:srgbClr val="EEF3FF"/>
          </a:solidFill>
          <a:ln w="25400" cap="flat">
            <a:noFill/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ctr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>
              <a:ln>
                <a:noFill/>
              </a:ln>
              <a:solidFill>
                <a:srgbClr val="516170"/>
              </a:solidFill>
              <a:effectLst/>
              <a:uFillTx/>
              <a:latin typeface="+mn-lt"/>
              <a:ea typeface="+mn-ea"/>
              <a:cs typeface="+mn-cs"/>
              <a:sym typeface="Helvetica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EFF3554-37D0-664E-8A53-A7FDCEBF6EE2}"/>
              </a:ext>
            </a:extLst>
          </p:cNvPr>
          <p:cNvSpPr txBox="1"/>
          <p:nvPr userDrawn="1"/>
        </p:nvSpPr>
        <p:spPr>
          <a:xfrm>
            <a:off x="6439293" y="-1402298"/>
            <a:ext cx="1593391" cy="646327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t">
            <a:spAutoFit/>
          </a:bodyPr>
          <a:lstStyle/>
          <a:p>
            <a:r>
              <a:rPr kumimoji="0" lang="ru-RU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Снежный </a:t>
            </a:r>
            <a:r>
              <a:rPr kumimoji="0" lang="ru-RU" sz="1200" b="0" i="0" u="none" strike="noStrike" cap="none" spc="0" normalizeH="0" baseline="0" dirty="0" err="1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Сбер</a:t>
            </a:r>
            <a:endParaRPr kumimoji="0" lang="en" sz="1200" b="0" i="0" u="none" strike="noStrike" cap="none" spc="0" normalizeH="0" baseline="0" dirty="0">
              <a:ln>
                <a:noFill/>
              </a:ln>
              <a:solidFill>
                <a:srgbClr val="FFFFFF"/>
              </a:solidFill>
              <a:effectLst/>
              <a:uFillTx/>
              <a:latin typeface="SB Sans Display Light" panose="020B0303040504020204" pitchFamily="34" charset="0"/>
              <a:ea typeface="+mn-ea"/>
              <a:cs typeface="SB Sans Display Light" panose="020B0303040504020204" pitchFamily="34" charset="0"/>
              <a:sym typeface="Helvetica"/>
            </a:endParaRPr>
          </a:p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#</a:t>
            </a:r>
            <a:r>
              <a:rPr kumimoji="0" lang="en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EEF3FF</a:t>
            </a:r>
          </a:p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200" b="0" i="0" u="none" strike="noStrike" cap="none" spc="0" normalizeH="0" baseline="0" dirty="0">
              <a:ln>
                <a:noFill/>
              </a:ln>
              <a:solidFill>
                <a:srgbClr val="FFFFFF"/>
              </a:solidFill>
              <a:effectLst/>
              <a:uFillTx/>
              <a:latin typeface="SB Sans Display Light" panose="020B0303040504020204" pitchFamily="34" charset="0"/>
              <a:ea typeface="+mn-ea"/>
              <a:cs typeface="SB Sans Display Light" panose="020B0303040504020204" pitchFamily="34" charset="0"/>
              <a:sym typeface="Helvetica"/>
            </a:endParaRPr>
          </a:p>
        </p:txBody>
      </p:sp>
      <p:sp>
        <p:nvSpPr>
          <p:cNvPr id="13" name="Овал 12">
            <a:extLst>
              <a:ext uri="{FF2B5EF4-FFF2-40B4-BE49-F238E27FC236}">
                <a16:creationId xmlns:a16="http://schemas.microsoft.com/office/drawing/2014/main" id="{A44D9180-6A23-9F45-8736-07A7FA52DDAD}"/>
              </a:ext>
            </a:extLst>
          </p:cNvPr>
          <p:cNvSpPr/>
          <p:nvPr userDrawn="1"/>
        </p:nvSpPr>
        <p:spPr>
          <a:xfrm>
            <a:off x="7876512" y="-1428324"/>
            <a:ext cx="672353" cy="672353"/>
          </a:xfrm>
          <a:prstGeom prst="ellipse">
            <a:avLst/>
          </a:prstGeom>
          <a:solidFill>
            <a:srgbClr val="D6D4D4"/>
          </a:solidFill>
          <a:ln w="25400" cap="flat">
            <a:noFill/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ctr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>
              <a:ln>
                <a:noFill/>
              </a:ln>
              <a:solidFill>
                <a:srgbClr val="516170"/>
              </a:solidFill>
              <a:effectLst/>
              <a:uFillTx/>
              <a:latin typeface="+mn-lt"/>
              <a:ea typeface="+mn-ea"/>
              <a:cs typeface="+mn-cs"/>
              <a:sym typeface="Helvetica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0050E21-9A3D-8543-B8AE-BB117DDB6331}"/>
              </a:ext>
            </a:extLst>
          </p:cNvPr>
          <p:cNvSpPr txBox="1"/>
          <p:nvPr userDrawn="1"/>
        </p:nvSpPr>
        <p:spPr>
          <a:xfrm>
            <a:off x="8673207" y="-1402298"/>
            <a:ext cx="1593391" cy="646327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t">
            <a:spAutoFit/>
          </a:bodyPr>
          <a:lstStyle/>
          <a:p>
            <a:r>
              <a:rPr kumimoji="0" lang="ru-RU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Серый </a:t>
            </a:r>
            <a:r>
              <a:rPr kumimoji="0" lang="ru-RU" sz="1200" b="0" i="0" u="none" strike="noStrike" cap="none" spc="0" normalizeH="0" baseline="0" dirty="0" err="1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Сбер</a:t>
            </a:r>
            <a:endParaRPr kumimoji="0" lang="en" sz="1200" b="0" i="0" u="none" strike="noStrike" cap="none" spc="0" normalizeH="0" baseline="0" dirty="0">
              <a:ln>
                <a:noFill/>
              </a:ln>
              <a:solidFill>
                <a:srgbClr val="FFFFFF"/>
              </a:solidFill>
              <a:effectLst/>
              <a:uFillTx/>
              <a:latin typeface="SB Sans Display Light" panose="020B0303040504020204" pitchFamily="34" charset="0"/>
              <a:ea typeface="+mn-ea"/>
              <a:cs typeface="SB Sans Display Light" panose="020B0303040504020204" pitchFamily="34" charset="0"/>
              <a:sym typeface="Helvetica"/>
            </a:endParaRPr>
          </a:p>
          <a:p>
            <a:r>
              <a:rPr kumimoji="0" lang="en-US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#</a:t>
            </a:r>
            <a:r>
              <a:rPr kumimoji="0" lang="en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D6D4D4</a:t>
            </a:r>
          </a:p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200" b="0" i="0" u="none" strike="noStrike" cap="none" spc="0" normalizeH="0" baseline="0" dirty="0">
              <a:ln>
                <a:noFill/>
              </a:ln>
              <a:solidFill>
                <a:srgbClr val="FFFFFF"/>
              </a:solidFill>
              <a:effectLst/>
              <a:uFillTx/>
              <a:latin typeface="SB Sans Display Light" panose="020B0303040504020204" pitchFamily="34" charset="0"/>
              <a:ea typeface="+mn-ea"/>
              <a:cs typeface="SB Sans Display Light" panose="020B0303040504020204" pitchFamily="34" charset="0"/>
              <a:sym typeface="Helvetica"/>
            </a:endParaRPr>
          </a:p>
        </p:txBody>
      </p:sp>
      <p:sp>
        <p:nvSpPr>
          <p:cNvPr id="15" name="Овал 14">
            <a:extLst>
              <a:ext uri="{FF2B5EF4-FFF2-40B4-BE49-F238E27FC236}">
                <a16:creationId xmlns:a16="http://schemas.microsoft.com/office/drawing/2014/main" id="{C402312B-04D0-2A46-B647-79085DF0F21E}"/>
              </a:ext>
            </a:extLst>
          </p:cNvPr>
          <p:cNvSpPr/>
          <p:nvPr userDrawn="1"/>
        </p:nvSpPr>
        <p:spPr>
          <a:xfrm>
            <a:off x="9983608" y="-1428324"/>
            <a:ext cx="672353" cy="672353"/>
          </a:xfrm>
          <a:prstGeom prst="ellipse">
            <a:avLst/>
          </a:prstGeom>
          <a:solidFill>
            <a:srgbClr val="516270"/>
          </a:solidFill>
          <a:ln w="25400" cap="flat">
            <a:noFill/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ctr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>
              <a:ln>
                <a:noFill/>
              </a:ln>
              <a:solidFill>
                <a:srgbClr val="516170"/>
              </a:solidFill>
              <a:effectLst/>
              <a:uFillTx/>
              <a:latin typeface="+mn-lt"/>
              <a:ea typeface="+mn-ea"/>
              <a:cs typeface="+mn-cs"/>
              <a:sym typeface="Helvetica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5C13ABC-D81F-B243-A90B-60089CF62B7B}"/>
              </a:ext>
            </a:extLst>
          </p:cNvPr>
          <p:cNvSpPr txBox="1"/>
          <p:nvPr userDrawn="1"/>
        </p:nvSpPr>
        <p:spPr>
          <a:xfrm>
            <a:off x="10780303" y="-1402298"/>
            <a:ext cx="1593391" cy="646327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t">
            <a:spAutoFit/>
          </a:bodyPr>
          <a:lstStyle/>
          <a:p>
            <a:r>
              <a:rPr kumimoji="0" lang="en-US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Graphite CIB #</a:t>
            </a:r>
            <a:r>
              <a:rPr kumimoji="0" lang="ru-RU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516270</a:t>
            </a:r>
          </a:p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200" b="0" i="0" u="none" strike="noStrike" cap="none" spc="0" normalizeH="0" baseline="0" dirty="0">
              <a:ln>
                <a:noFill/>
              </a:ln>
              <a:solidFill>
                <a:srgbClr val="FFFFFF"/>
              </a:solidFill>
              <a:effectLst/>
              <a:uFillTx/>
              <a:latin typeface="SB Sans Display Light" panose="020B0303040504020204" pitchFamily="34" charset="0"/>
              <a:ea typeface="+mn-ea"/>
              <a:cs typeface="SB Sans Display Light" panose="020B0303040504020204" pitchFamily="34" charset="0"/>
              <a:sym typeface="Helvetica"/>
            </a:endParaRPr>
          </a:p>
        </p:txBody>
      </p:sp>
      <p:pic>
        <p:nvPicPr>
          <p:cNvPr id="18" name="Object 3" descr="Object 3">
            <a:extLst>
              <a:ext uri="{FF2B5EF4-FFF2-40B4-BE49-F238E27FC236}">
                <a16:creationId xmlns:a16="http://schemas.microsoft.com/office/drawing/2014/main" id="{C5F656C3-AD6E-5F41-A8A2-2C4E9FE33C0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26988" y="369715"/>
            <a:ext cx="1398333" cy="287510"/>
          </a:xfrm>
          <a:prstGeom prst="rect">
            <a:avLst/>
          </a:prstGeom>
          <a:ln w="12700">
            <a:miter lim="400000"/>
          </a:ln>
        </p:spPr>
      </p:pic>
      <p:sp>
        <p:nvSpPr>
          <p:cNvPr id="17" name="Овал 16">
            <a:extLst>
              <a:ext uri="{FF2B5EF4-FFF2-40B4-BE49-F238E27FC236}">
                <a16:creationId xmlns:a16="http://schemas.microsoft.com/office/drawing/2014/main" id="{D3B812F5-3CD6-954A-897A-9E11E795D5C5}"/>
              </a:ext>
            </a:extLst>
          </p:cNvPr>
          <p:cNvSpPr/>
          <p:nvPr userDrawn="1"/>
        </p:nvSpPr>
        <p:spPr>
          <a:xfrm>
            <a:off x="12181377" y="-1428324"/>
            <a:ext cx="672353" cy="672353"/>
          </a:xfrm>
          <a:prstGeom prst="ellipse">
            <a:avLst/>
          </a:prstGeom>
          <a:solidFill>
            <a:srgbClr val="853990"/>
          </a:solidFill>
          <a:ln w="25400" cap="flat">
            <a:noFill/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ctr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>
              <a:ln>
                <a:noFill/>
              </a:ln>
              <a:solidFill>
                <a:srgbClr val="516170"/>
              </a:solidFill>
              <a:effectLst/>
              <a:uFillTx/>
              <a:latin typeface="+mn-lt"/>
              <a:ea typeface="+mn-ea"/>
              <a:cs typeface="+mn-cs"/>
              <a:sym typeface="Helvetica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EF6345F-B4E4-AD49-99DD-C6D958D13FA6}"/>
              </a:ext>
            </a:extLst>
          </p:cNvPr>
          <p:cNvSpPr txBox="1"/>
          <p:nvPr userDrawn="1"/>
        </p:nvSpPr>
        <p:spPr>
          <a:xfrm>
            <a:off x="12978072" y="-1402298"/>
            <a:ext cx="1593391" cy="646327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t">
            <a:spAutoFit/>
          </a:bodyPr>
          <a:lstStyle/>
          <a:p>
            <a:r>
              <a:rPr kumimoji="0" lang="en-US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Vivid Violet</a:t>
            </a:r>
          </a:p>
          <a:p>
            <a:r>
              <a:rPr kumimoji="0" lang="en-US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#853A90</a:t>
            </a:r>
            <a:endParaRPr kumimoji="0" lang="ru-RU" sz="1200" b="0" i="0" u="none" strike="noStrike" cap="none" spc="0" normalizeH="0" baseline="0" dirty="0">
              <a:ln>
                <a:noFill/>
              </a:ln>
              <a:solidFill>
                <a:srgbClr val="FFFFFF"/>
              </a:solidFill>
              <a:effectLst/>
              <a:uFillTx/>
              <a:latin typeface="SB Sans Display Light" panose="020B0303040504020204" pitchFamily="34" charset="0"/>
              <a:ea typeface="+mn-ea"/>
              <a:cs typeface="SB Sans Display Light" panose="020B0303040504020204" pitchFamily="34" charset="0"/>
              <a:sym typeface="Helvetica"/>
            </a:endParaRPr>
          </a:p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200" b="0" i="0" u="none" strike="noStrike" cap="none" spc="0" normalizeH="0" baseline="0" dirty="0">
              <a:ln>
                <a:noFill/>
              </a:ln>
              <a:solidFill>
                <a:srgbClr val="FFFFFF"/>
              </a:solidFill>
              <a:effectLst/>
              <a:uFillTx/>
              <a:latin typeface="SB Sans Display Light" panose="020B0303040504020204" pitchFamily="34" charset="0"/>
              <a:ea typeface="+mn-ea"/>
              <a:cs typeface="SB Sans Display Light" panose="020B0303040504020204" pitchFamily="34" charset="0"/>
              <a:sym typeface="Helvetica"/>
            </a:endParaRPr>
          </a:p>
        </p:txBody>
      </p:sp>
    </p:spTree>
    <p:extLst>
      <p:ext uri="{BB962C8B-B14F-4D97-AF65-F5344CB8AC3E}">
        <p14:creationId xmlns:p14="http://schemas.microsoft.com/office/powerpoint/2010/main" val="93002723"/>
      </p:ext>
    </p:extLst>
  </p:cSld>
  <p:clrMapOvr>
    <a:masterClrMapping/>
  </p:clrMapOvr>
  <p:transition spd="med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1_Слайд пустой_светлый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Номер слайда">
            <a:extLst>
              <a:ext uri="{FF2B5EF4-FFF2-40B4-BE49-F238E27FC236}">
                <a16:creationId xmlns:a16="http://schemas.microsoft.com/office/drawing/2014/main" id="{9D20C3BB-980F-1749-896A-947816E25FDB}"/>
              </a:ext>
            </a:extLst>
          </p:cNvPr>
          <p:cNvSpPr txBox="1">
            <a:spLocks noGrp="1"/>
          </p:cNvSpPr>
          <p:nvPr>
            <p:ph type="sldNum" sz="quarter" idx="4294967295"/>
          </p:nvPr>
        </p:nvSpPr>
        <p:spPr>
          <a:xfrm>
            <a:off x="11485372" y="6408409"/>
            <a:ext cx="325375" cy="139701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>
              <a:defRPr sz="900">
                <a:latin typeface="SB Sans Text Light"/>
                <a:ea typeface="SB Sans Text Light"/>
                <a:cs typeface="SB Sans Text Light"/>
                <a:sym typeface="SB Sans Text Light"/>
              </a:defRPr>
            </a:lvl1pPr>
          </a:lstStyle>
          <a:p>
            <a:fld id="{86CB4B4D-7CA3-9044-876B-883B54F8677D}" type="slidenum">
              <a:t>‹#›</a:t>
            </a:fld>
            <a:endParaRPr dirty="0"/>
          </a:p>
        </p:txBody>
      </p:sp>
    </p:spTree>
  </p:cSld>
  <p:clrMapOvr>
    <a:masterClrMapping/>
  </p:clrMapOvr>
  <p:transition spd="med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Слайд с графиком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6" name="Object 3" descr="Object 3"/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26988" y="369715"/>
            <a:ext cx="1398333" cy="287510"/>
          </a:xfrm>
          <a:prstGeom prst="rect">
            <a:avLst/>
          </a:prstGeom>
          <a:ln w="12700">
            <a:miter lim="400000"/>
          </a:ln>
        </p:spPr>
      </p:pic>
      <p:sp>
        <p:nvSpPr>
          <p:cNvPr id="187" name="Click to edit Master title style"/>
          <p:cNvSpPr txBox="1">
            <a:spLocks noGrp="1"/>
          </p:cNvSpPr>
          <p:nvPr>
            <p:ph type="title" hasCustomPrompt="1"/>
          </p:nvPr>
        </p:nvSpPr>
        <p:spPr>
          <a:xfrm>
            <a:off x="1163637" y="657225"/>
            <a:ext cx="9000002" cy="518433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>
              <a:defRPr sz="2800">
                <a:solidFill>
                  <a:srgbClr val="3F4851"/>
                </a:solidFill>
              </a:defRPr>
            </a:lvl1pPr>
          </a:lstStyle>
          <a:p>
            <a:r>
              <a:t>Click to edit Master title style</a:t>
            </a:r>
          </a:p>
        </p:txBody>
      </p:sp>
      <p:sp>
        <p:nvSpPr>
          <p:cNvPr id="21" name="Номер слайда">
            <a:extLst>
              <a:ext uri="{FF2B5EF4-FFF2-40B4-BE49-F238E27FC236}">
                <a16:creationId xmlns:a16="http://schemas.microsoft.com/office/drawing/2014/main" id="{6D9072BA-D3B9-A54F-A62C-3DC12A10C06C}"/>
              </a:ext>
            </a:extLst>
          </p:cNvPr>
          <p:cNvSpPr txBox="1">
            <a:spLocks noGrp="1"/>
          </p:cNvSpPr>
          <p:nvPr>
            <p:ph type="sldNum" sz="quarter" idx="4294967295"/>
          </p:nvPr>
        </p:nvSpPr>
        <p:spPr>
          <a:xfrm>
            <a:off x="11485372" y="6408409"/>
            <a:ext cx="325375" cy="139701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>
              <a:defRPr sz="900">
                <a:latin typeface="SB Sans Text Light"/>
                <a:ea typeface="SB Sans Text Light"/>
                <a:cs typeface="SB Sans Text Light"/>
                <a:sym typeface="SB Sans Text Light"/>
              </a:defRPr>
            </a:lvl1pPr>
          </a:lstStyle>
          <a:p>
            <a:fld id="{86CB4B4D-7CA3-9044-876B-883B54F8677D}" type="slidenum">
              <a:t>‹#›</a:t>
            </a:fld>
            <a:endParaRPr dirty="0"/>
          </a:p>
        </p:txBody>
      </p:sp>
    </p:spTree>
  </p:cSld>
  <p:clrMapOvr>
    <a:masterClrMapping/>
  </p:clrMapOvr>
  <p:transition spd="med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Слайд с белыми плашками">
    <p:bg>
      <p:bgPr>
        <a:solidFill>
          <a:srgbClr val="EEF3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5" name="Object 3" descr="Object 3"/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26988" y="369715"/>
            <a:ext cx="1398333" cy="287510"/>
          </a:xfrm>
          <a:prstGeom prst="rect">
            <a:avLst/>
          </a:prstGeom>
          <a:ln w="12700">
            <a:miter lim="400000"/>
          </a:ln>
        </p:spPr>
      </p:pic>
      <p:sp>
        <p:nvSpPr>
          <p:cNvPr id="196" name="Click to edit Master title style"/>
          <p:cNvSpPr txBox="1">
            <a:spLocks noGrp="1"/>
          </p:cNvSpPr>
          <p:nvPr>
            <p:ph type="title" hasCustomPrompt="1"/>
          </p:nvPr>
        </p:nvSpPr>
        <p:spPr>
          <a:xfrm>
            <a:off x="1163637" y="657225"/>
            <a:ext cx="9000002" cy="518433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>
              <a:defRPr sz="2800">
                <a:solidFill>
                  <a:srgbClr val="3F4851"/>
                </a:solidFill>
              </a:defRPr>
            </a:lvl1pPr>
          </a:lstStyle>
          <a:p>
            <a:r>
              <a:t>Click to edit Master title style</a:t>
            </a:r>
          </a:p>
        </p:txBody>
      </p:sp>
      <p:pic>
        <p:nvPicPr>
          <p:cNvPr id="197" name="Object 2" descr="Object 2"/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63637" y="1496288"/>
            <a:ext cx="2337562" cy="4453663"/>
          </a:xfrm>
          <a:prstGeom prst="rect">
            <a:avLst/>
          </a:prstGeom>
          <a:ln w="12700">
            <a:miter lim="400000"/>
          </a:ln>
        </p:spPr>
      </p:pic>
      <p:pic>
        <p:nvPicPr>
          <p:cNvPr id="198" name="Object 3" descr="Object 3"/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672692" y="1496288"/>
            <a:ext cx="2337563" cy="4453663"/>
          </a:xfrm>
          <a:prstGeom prst="rect">
            <a:avLst/>
          </a:prstGeom>
          <a:ln w="12700">
            <a:miter lim="400000"/>
          </a:ln>
        </p:spPr>
      </p:pic>
      <p:pic>
        <p:nvPicPr>
          <p:cNvPr id="199" name="Object 4" descr="Object 4"/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181747" y="1496288"/>
            <a:ext cx="2337563" cy="4453663"/>
          </a:xfrm>
          <a:prstGeom prst="rect">
            <a:avLst/>
          </a:prstGeom>
          <a:ln w="12700">
            <a:miter lim="400000"/>
          </a:ln>
        </p:spPr>
      </p:pic>
      <p:pic>
        <p:nvPicPr>
          <p:cNvPr id="200" name="Object 5" descr="Object 5"/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690802" y="1496288"/>
            <a:ext cx="2337563" cy="4453663"/>
          </a:xfrm>
          <a:prstGeom prst="rect">
            <a:avLst/>
          </a:prstGeom>
          <a:ln w="12700">
            <a:miter lim="400000"/>
          </a:ln>
        </p:spPr>
      </p:pic>
      <p:sp>
        <p:nvSpPr>
          <p:cNvPr id="201" name="Уровень текста 1…"/>
          <p:cNvSpPr txBox="1">
            <a:spLocks noGrp="1"/>
          </p:cNvSpPr>
          <p:nvPr>
            <p:ph type="body" sz="quarter" idx="1"/>
          </p:nvPr>
        </p:nvSpPr>
        <p:spPr>
          <a:xfrm>
            <a:off x="1390562" y="3419604"/>
            <a:ext cx="1916310" cy="1927735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192598" indent="-192598">
              <a:lnSpc>
                <a:spcPct val="100000"/>
              </a:lnSpc>
              <a:spcBef>
                <a:spcPts val="600"/>
              </a:spcBef>
              <a:buClr>
                <a:schemeClr val="accent1"/>
              </a:buClr>
              <a:buFontTx/>
              <a:buChar char="▪"/>
              <a:defRPr sz="1200">
                <a:solidFill>
                  <a:srgbClr val="3F4851"/>
                </a:solidFill>
                <a:latin typeface="SB Sans Text Light"/>
                <a:ea typeface="SB Sans Text Light"/>
                <a:cs typeface="SB Sans Text Light"/>
                <a:sym typeface="SB Sans Text Light"/>
              </a:defRPr>
            </a:lvl1pPr>
            <a:lvl2pPr marL="571500" indent="-114300">
              <a:lnSpc>
                <a:spcPct val="100000"/>
              </a:lnSpc>
              <a:spcBef>
                <a:spcPts val="600"/>
              </a:spcBef>
              <a:buClr>
                <a:schemeClr val="accent1"/>
              </a:buClr>
              <a:buFontTx/>
              <a:defRPr sz="1200">
                <a:solidFill>
                  <a:srgbClr val="3F4851"/>
                </a:solidFill>
                <a:latin typeface="SB Sans Text Light"/>
                <a:ea typeface="SB Sans Text Light"/>
                <a:cs typeface="SB Sans Text Light"/>
                <a:sym typeface="SB Sans Text Light"/>
              </a:defRPr>
            </a:lvl2pPr>
            <a:lvl3pPr marL="1051560" indent="-137160">
              <a:lnSpc>
                <a:spcPct val="100000"/>
              </a:lnSpc>
              <a:spcBef>
                <a:spcPts val="600"/>
              </a:spcBef>
              <a:buClr>
                <a:schemeClr val="accent1"/>
              </a:buClr>
              <a:buFontTx/>
              <a:defRPr sz="1200">
                <a:solidFill>
                  <a:srgbClr val="3F4851"/>
                </a:solidFill>
                <a:latin typeface="SB Sans Text Light"/>
                <a:ea typeface="SB Sans Text Light"/>
                <a:cs typeface="SB Sans Text Light"/>
                <a:sym typeface="SB Sans Text Light"/>
              </a:defRPr>
            </a:lvl3pPr>
            <a:lvl4pPr marL="1524000" indent="-152400">
              <a:lnSpc>
                <a:spcPct val="100000"/>
              </a:lnSpc>
              <a:spcBef>
                <a:spcPts val="600"/>
              </a:spcBef>
              <a:buClr>
                <a:schemeClr val="accent1"/>
              </a:buClr>
              <a:buFontTx/>
              <a:defRPr sz="1200">
                <a:solidFill>
                  <a:srgbClr val="3F4851"/>
                </a:solidFill>
                <a:latin typeface="SB Sans Text Light"/>
                <a:ea typeface="SB Sans Text Light"/>
                <a:cs typeface="SB Sans Text Light"/>
                <a:sym typeface="SB Sans Text Light"/>
              </a:defRPr>
            </a:lvl4pPr>
            <a:lvl5pPr>
              <a:lnSpc>
                <a:spcPct val="100000"/>
              </a:lnSpc>
              <a:spcBef>
                <a:spcPts val="600"/>
              </a:spcBef>
              <a:buClr>
                <a:schemeClr val="accent1"/>
              </a:buClr>
              <a:buFontTx/>
              <a:defRPr sz="1200">
                <a:solidFill>
                  <a:srgbClr val="3F4851"/>
                </a:solidFill>
                <a:latin typeface="SB Sans Text Light"/>
                <a:ea typeface="SB Sans Text Light"/>
                <a:cs typeface="SB Sans Text Light"/>
                <a:sym typeface="SB Sans Text Light"/>
              </a:defRPr>
            </a:lvl5pPr>
          </a:lstStyle>
          <a:p>
            <a:r>
              <a:t>Уровень текста 1</a:t>
            </a:r>
          </a:p>
          <a:p>
            <a:pPr lvl="1"/>
            <a:r>
              <a:t>Уровень текста 2</a:t>
            </a:r>
          </a:p>
          <a:p>
            <a:pPr lvl="2"/>
            <a:r>
              <a:t>Уровень текста 3</a:t>
            </a:r>
          </a:p>
          <a:p>
            <a:pPr lvl="3"/>
            <a:r>
              <a:t>Уровень текста 4</a:t>
            </a:r>
          </a:p>
          <a:p>
            <a:pPr lvl="4"/>
            <a:r>
              <a:t>Уровень текста 5</a:t>
            </a:r>
          </a:p>
        </p:txBody>
      </p:sp>
      <p:sp>
        <p:nvSpPr>
          <p:cNvPr id="202" name="Текст 7"/>
          <p:cNvSpPr>
            <a:spLocks noGrp="1"/>
          </p:cNvSpPr>
          <p:nvPr>
            <p:ph type="body" sz="quarter" idx="21"/>
          </p:nvPr>
        </p:nvSpPr>
        <p:spPr>
          <a:xfrm>
            <a:off x="3897855" y="3419604"/>
            <a:ext cx="1916312" cy="1927733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/>
          </a:p>
        </p:txBody>
      </p:sp>
      <p:sp>
        <p:nvSpPr>
          <p:cNvPr id="203" name="Текст 7"/>
          <p:cNvSpPr>
            <a:spLocks noGrp="1"/>
          </p:cNvSpPr>
          <p:nvPr>
            <p:ph type="body" sz="quarter" idx="22"/>
          </p:nvPr>
        </p:nvSpPr>
        <p:spPr>
          <a:xfrm>
            <a:off x="6405148" y="3419604"/>
            <a:ext cx="1916312" cy="1927733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/>
          </a:p>
        </p:txBody>
      </p:sp>
      <p:sp>
        <p:nvSpPr>
          <p:cNvPr id="204" name="Текст 7"/>
          <p:cNvSpPr>
            <a:spLocks noGrp="1"/>
          </p:cNvSpPr>
          <p:nvPr>
            <p:ph type="body" sz="quarter" idx="23"/>
          </p:nvPr>
        </p:nvSpPr>
        <p:spPr>
          <a:xfrm>
            <a:off x="8912441" y="3419604"/>
            <a:ext cx="1916312" cy="1927733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/>
          </a:p>
        </p:txBody>
      </p:sp>
      <p:sp>
        <p:nvSpPr>
          <p:cNvPr id="205" name="Picture Placeholder 19"/>
          <p:cNvSpPr>
            <a:spLocks noGrp="1"/>
          </p:cNvSpPr>
          <p:nvPr>
            <p:ph type="pic" sz="quarter" idx="24"/>
          </p:nvPr>
        </p:nvSpPr>
        <p:spPr>
          <a:xfrm>
            <a:off x="1603502" y="1916759"/>
            <a:ext cx="657446" cy="657446"/>
          </a:xfrm>
          <a:prstGeom prst="rect">
            <a:avLst/>
          </a:prstGeom>
        </p:spPr>
        <p:txBody>
          <a:bodyPr lIns="91439" tIns="45719" rIns="91439" bIns="45719"/>
          <a:lstStyle/>
          <a:p>
            <a:endParaRPr/>
          </a:p>
        </p:txBody>
      </p:sp>
      <p:sp>
        <p:nvSpPr>
          <p:cNvPr id="206" name="Picture Placeholder 19"/>
          <p:cNvSpPr>
            <a:spLocks noGrp="1"/>
          </p:cNvSpPr>
          <p:nvPr>
            <p:ph type="pic" sz="quarter" idx="25"/>
          </p:nvPr>
        </p:nvSpPr>
        <p:spPr>
          <a:xfrm>
            <a:off x="4110797" y="1916759"/>
            <a:ext cx="657446" cy="657446"/>
          </a:xfrm>
          <a:prstGeom prst="rect">
            <a:avLst/>
          </a:prstGeom>
        </p:spPr>
        <p:txBody>
          <a:bodyPr lIns="91439" tIns="45719" rIns="91439" bIns="45719"/>
          <a:lstStyle/>
          <a:p>
            <a:endParaRPr/>
          </a:p>
        </p:txBody>
      </p:sp>
      <p:sp>
        <p:nvSpPr>
          <p:cNvPr id="207" name="Picture Placeholder 19"/>
          <p:cNvSpPr>
            <a:spLocks noGrp="1"/>
          </p:cNvSpPr>
          <p:nvPr>
            <p:ph type="pic" sz="quarter" idx="26"/>
          </p:nvPr>
        </p:nvSpPr>
        <p:spPr>
          <a:xfrm>
            <a:off x="6618089" y="1916759"/>
            <a:ext cx="657446" cy="657446"/>
          </a:xfrm>
          <a:prstGeom prst="rect">
            <a:avLst/>
          </a:prstGeom>
        </p:spPr>
        <p:txBody>
          <a:bodyPr lIns="91439" tIns="45719" rIns="91439" bIns="45719"/>
          <a:lstStyle/>
          <a:p>
            <a:endParaRPr/>
          </a:p>
        </p:txBody>
      </p:sp>
      <p:sp>
        <p:nvSpPr>
          <p:cNvPr id="208" name="Picture Placeholder 19"/>
          <p:cNvSpPr>
            <a:spLocks noGrp="1"/>
          </p:cNvSpPr>
          <p:nvPr>
            <p:ph type="pic" sz="quarter" idx="27"/>
          </p:nvPr>
        </p:nvSpPr>
        <p:spPr>
          <a:xfrm>
            <a:off x="9125383" y="1916759"/>
            <a:ext cx="657446" cy="657446"/>
          </a:xfrm>
          <a:prstGeom prst="rect">
            <a:avLst/>
          </a:prstGeom>
        </p:spPr>
        <p:txBody>
          <a:bodyPr lIns="91439" tIns="45719" rIns="91439" bIns="45719"/>
          <a:lstStyle/>
          <a:p>
            <a:endParaRPr/>
          </a:p>
        </p:txBody>
      </p:sp>
      <p:sp>
        <p:nvSpPr>
          <p:cNvPr id="209" name="Текст 7"/>
          <p:cNvSpPr>
            <a:spLocks noGrp="1"/>
          </p:cNvSpPr>
          <p:nvPr>
            <p:ph type="body" sz="quarter" idx="28"/>
          </p:nvPr>
        </p:nvSpPr>
        <p:spPr>
          <a:xfrm>
            <a:off x="1390562" y="2794442"/>
            <a:ext cx="1776436" cy="537484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/>
          </a:p>
        </p:txBody>
      </p:sp>
      <p:sp>
        <p:nvSpPr>
          <p:cNvPr id="210" name="Текст 7"/>
          <p:cNvSpPr>
            <a:spLocks noGrp="1"/>
          </p:cNvSpPr>
          <p:nvPr>
            <p:ph type="body" sz="quarter" idx="29"/>
          </p:nvPr>
        </p:nvSpPr>
        <p:spPr>
          <a:xfrm>
            <a:off x="3897855" y="2794442"/>
            <a:ext cx="1776437" cy="537484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/>
          </a:p>
        </p:txBody>
      </p:sp>
      <p:sp>
        <p:nvSpPr>
          <p:cNvPr id="211" name="Текст 7"/>
          <p:cNvSpPr>
            <a:spLocks noGrp="1"/>
          </p:cNvSpPr>
          <p:nvPr>
            <p:ph type="body" sz="quarter" idx="30"/>
          </p:nvPr>
        </p:nvSpPr>
        <p:spPr>
          <a:xfrm>
            <a:off x="6405148" y="2794442"/>
            <a:ext cx="1776437" cy="537484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/>
          </a:p>
        </p:txBody>
      </p:sp>
      <p:sp>
        <p:nvSpPr>
          <p:cNvPr id="212" name="Текст 7"/>
          <p:cNvSpPr>
            <a:spLocks noGrp="1"/>
          </p:cNvSpPr>
          <p:nvPr>
            <p:ph type="body" sz="quarter" idx="31"/>
          </p:nvPr>
        </p:nvSpPr>
        <p:spPr>
          <a:xfrm>
            <a:off x="8912441" y="2794442"/>
            <a:ext cx="1776437" cy="537484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/>
          </a:p>
        </p:txBody>
      </p:sp>
      <p:sp>
        <p:nvSpPr>
          <p:cNvPr id="21" name="Овал 20">
            <a:extLst>
              <a:ext uri="{FF2B5EF4-FFF2-40B4-BE49-F238E27FC236}">
                <a16:creationId xmlns:a16="http://schemas.microsoft.com/office/drawing/2014/main" id="{304F5BE5-1C1D-3B4F-924C-E22D693677D4}"/>
              </a:ext>
            </a:extLst>
          </p:cNvPr>
          <p:cNvSpPr/>
          <p:nvPr userDrawn="1"/>
        </p:nvSpPr>
        <p:spPr>
          <a:xfrm>
            <a:off x="2069486" y="-1438835"/>
            <a:ext cx="672353" cy="672353"/>
          </a:xfrm>
          <a:prstGeom prst="ellipse">
            <a:avLst/>
          </a:prstGeom>
          <a:solidFill>
            <a:srgbClr val="339189"/>
          </a:solidFill>
          <a:ln w="25400" cap="flat">
            <a:noFill/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ctr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 dirty="0">
              <a:ln>
                <a:noFill/>
              </a:ln>
              <a:solidFill>
                <a:srgbClr val="516170"/>
              </a:solidFill>
              <a:effectLst/>
              <a:uFillTx/>
              <a:latin typeface="+mn-lt"/>
              <a:ea typeface="+mn-ea"/>
              <a:cs typeface="+mn-cs"/>
              <a:sym typeface="Helvetica"/>
            </a:endParaRPr>
          </a:p>
        </p:txBody>
      </p:sp>
      <p:sp>
        <p:nvSpPr>
          <p:cNvPr id="22" name="Овал 21">
            <a:extLst>
              <a:ext uri="{FF2B5EF4-FFF2-40B4-BE49-F238E27FC236}">
                <a16:creationId xmlns:a16="http://schemas.microsoft.com/office/drawing/2014/main" id="{C88AB9F9-39A2-9A4D-B56F-E3991F8D65A9}"/>
              </a:ext>
            </a:extLst>
          </p:cNvPr>
          <p:cNvSpPr/>
          <p:nvPr userDrawn="1"/>
        </p:nvSpPr>
        <p:spPr>
          <a:xfrm>
            <a:off x="3907363" y="-1438835"/>
            <a:ext cx="672353" cy="672353"/>
          </a:xfrm>
          <a:prstGeom prst="ellipse">
            <a:avLst/>
          </a:prstGeom>
          <a:solidFill>
            <a:srgbClr val="333F48"/>
          </a:solidFill>
          <a:ln w="25400" cap="flat">
            <a:noFill/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ctr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>
              <a:ln>
                <a:noFill/>
              </a:ln>
              <a:solidFill>
                <a:srgbClr val="516170"/>
              </a:solidFill>
              <a:effectLst/>
              <a:uFillTx/>
              <a:latin typeface="+mn-lt"/>
              <a:ea typeface="+mn-ea"/>
              <a:cs typeface="+mn-cs"/>
              <a:sym typeface="Helvetica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2C5B27E-447F-AE4C-B4A7-C923D2201088}"/>
              </a:ext>
            </a:extLst>
          </p:cNvPr>
          <p:cNvSpPr txBox="1"/>
          <p:nvPr userDrawn="1"/>
        </p:nvSpPr>
        <p:spPr>
          <a:xfrm>
            <a:off x="2874437" y="-1402298"/>
            <a:ext cx="1257726" cy="646327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t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Blue Chill</a:t>
            </a:r>
          </a:p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#</a:t>
            </a:r>
            <a:r>
              <a:rPr kumimoji="0" lang="ru-RU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339189</a:t>
            </a:r>
          </a:p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200" b="0" i="0" u="none" strike="noStrike" cap="none" spc="0" normalizeH="0" baseline="0" dirty="0">
              <a:ln>
                <a:noFill/>
              </a:ln>
              <a:solidFill>
                <a:srgbClr val="FFFFFF"/>
              </a:solidFill>
              <a:effectLst/>
              <a:uFillTx/>
              <a:latin typeface="SB Sans Display Light" panose="020B0303040504020204" pitchFamily="34" charset="0"/>
              <a:ea typeface="+mn-ea"/>
              <a:cs typeface="SB Sans Display Light" panose="020B0303040504020204" pitchFamily="34" charset="0"/>
              <a:sym typeface="Helvetica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14EDCB3-3C4D-A34E-A54E-C321F303092C}"/>
              </a:ext>
            </a:extLst>
          </p:cNvPr>
          <p:cNvSpPr txBox="1"/>
          <p:nvPr userDrawn="1"/>
        </p:nvSpPr>
        <p:spPr>
          <a:xfrm>
            <a:off x="4669929" y="-1402298"/>
            <a:ext cx="1593391" cy="46166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t">
            <a:spAutoFit/>
          </a:bodyPr>
          <a:lstStyle/>
          <a:p>
            <a:r>
              <a:rPr kumimoji="0" lang="en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Graphite</a:t>
            </a:r>
          </a:p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#</a:t>
            </a:r>
            <a:r>
              <a:rPr kumimoji="0" lang="en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3</a:t>
            </a:r>
            <a:r>
              <a:rPr kumimoji="0" lang="ru-RU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3</a:t>
            </a:r>
            <a:r>
              <a:rPr kumimoji="0" lang="en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3F48</a:t>
            </a:r>
            <a:endParaRPr kumimoji="0" lang="ru-RU" sz="1200" b="0" i="0" u="none" strike="noStrike" cap="none" spc="0" normalizeH="0" baseline="0" dirty="0">
              <a:ln>
                <a:noFill/>
              </a:ln>
              <a:solidFill>
                <a:srgbClr val="FFFFFF"/>
              </a:solidFill>
              <a:effectLst/>
              <a:uFillTx/>
              <a:latin typeface="SB Sans Display Light" panose="020B0303040504020204" pitchFamily="34" charset="0"/>
              <a:ea typeface="+mn-ea"/>
              <a:cs typeface="SB Sans Display Light" panose="020B0303040504020204" pitchFamily="34" charset="0"/>
              <a:sym typeface="Helvetica"/>
            </a:endParaRPr>
          </a:p>
        </p:txBody>
      </p:sp>
      <p:sp>
        <p:nvSpPr>
          <p:cNvPr id="25" name="Овал 24">
            <a:extLst>
              <a:ext uri="{FF2B5EF4-FFF2-40B4-BE49-F238E27FC236}">
                <a16:creationId xmlns:a16="http://schemas.microsoft.com/office/drawing/2014/main" id="{3B2B3C84-8638-1E4F-8779-AFE7AFEC629D}"/>
              </a:ext>
            </a:extLst>
          </p:cNvPr>
          <p:cNvSpPr/>
          <p:nvPr userDrawn="1"/>
        </p:nvSpPr>
        <p:spPr>
          <a:xfrm>
            <a:off x="-13957" y="-1438835"/>
            <a:ext cx="672353" cy="672353"/>
          </a:xfrm>
          <a:prstGeom prst="ellipse">
            <a:avLst/>
          </a:prstGeom>
          <a:solidFill>
            <a:srgbClr val="04766C"/>
          </a:solidFill>
          <a:ln w="25400" cap="flat">
            <a:noFill/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ctr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 dirty="0">
              <a:ln>
                <a:noFill/>
              </a:ln>
              <a:solidFill>
                <a:srgbClr val="516170"/>
              </a:solidFill>
              <a:effectLst/>
              <a:uFillTx/>
              <a:latin typeface="+mn-lt"/>
              <a:ea typeface="+mn-ea"/>
              <a:cs typeface="+mn-cs"/>
              <a:sym typeface="Helvetica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D2F94C7-61A3-B146-A5FF-0C834F43DDDA}"/>
              </a:ext>
            </a:extLst>
          </p:cNvPr>
          <p:cNvSpPr txBox="1"/>
          <p:nvPr userDrawn="1"/>
        </p:nvSpPr>
        <p:spPr>
          <a:xfrm>
            <a:off x="790994" y="-1402298"/>
            <a:ext cx="1767011" cy="646327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t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Malachite Pro</a:t>
            </a:r>
          </a:p>
          <a:p>
            <a:r>
              <a:rPr kumimoji="0" lang="en-US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#</a:t>
            </a:r>
            <a:r>
              <a:rPr kumimoji="0" lang="en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00766C</a:t>
            </a:r>
          </a:p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200" b="0" i="0" u="none" strike="noStrike" cap="none" spc="0" normalizeH="0" baseline="0" dirty="0">
              <a:ln>
                <a:noFill/>
              </a:ln>
              <a:solidFill>
                <a:srgbClr val="FFFFFF"/>
              </a:solidFill>
              <a:effectLst/>
              <a:uFillTx/>
              <a:latin typeface="SB Sans Display Light" panose="020B0303040504020204" pitchFamily="34" charset="0"/>
              <a:ea typeface="+mn-ea"/>
              <a:cs typeface="SB Sans Display Light" panose="020B0303040504020204" pitchFamily="34" charset="0"/>
              <a:sym typeface="Helvetica"/>
            </a:endParaRPr>
          </a:p>
        </p:txBody>
      </p:sp>
      <p:sp>
        <p:nvSpPr>
          <p:cNvPr id="27" name="Овал 26">
            <a:extLst>
              <a:ext uri="{FF2B5EF4-FFF2-40B4-BE49-F238E27FC236}">
                <a16:creationId xmlns:a16="http://schemas.microsoft.com/office/drawing/2014/main" id="{F0AEF913-B6A7-AD41-83FA-B9029DC10994}"/>
              </a:ext>
            </a:extLst>
          </p:cNvPr>
          <p:cNvSpPr/>
          <p:nvPr userDrawn="1"/>
        </p:nvSpPr>
        <p:spPr>
          <a:xfrm>
            <a:off x="5642598" y="-1428324"/>
            <a:ext cx="672353" cy="672353"/>
          </a:xfrm>
          <a:prstGeom prst="ellipse">
            <a:avLst/>
          </a:prstGeom>
          <a:solidFill>
            <a:srgbClr val="EEF3FF"/>
          </a:solidFill>
          <a:ln w="25400" cap="flat">
            <a:noFill/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ctr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>
              <a:ln>
                <a:noFill/>
              </a:ln>
              <a:solidFill>
                <a:srgbClr val="516170"/>
              </a:solidFill>
              <a:effectLst/>
              <a:uFillTx/>
              <a:latin typeface="+mn-lt"/>
              <a:ea typeface="+mn-ea"/>
              <a:cs typeface="+mn-cs"/>
              <a:sym typeface="Helvetica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69A4735-ED2A-1940-A68F-DD819DA8D64F}"/>
              </a:ext>
            </a:extLst>
          </p:cNvPr>
          <p:cNvSpPr txBox="1"/>
          <p:nvPr userDrawn="1"/>
        </p:nvSpPr>
        <p:spPr>
          <a:xfrm>
            <a:off x="6439293" y="-1402298"/>
            <a:ext cx="1593391" cy="646327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t">
            <a:spAutoFit/>
          </a:bodyPr>
          <a:lstStyle/>
          <a:p>
            <a:r>
              <a:rPr kumimoji="0" lang="ru-RU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Снежный </a:t>
            </a:r>
            <a:r>
              <a:rPr kumimoji="0" lang="ru-RU" sz="1200" b="0" i="0" u="none" strike="noStrike" cap="none" spc="0" normalizeH="0" baseline="0" dirty="0" err="1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Сбер</a:t>
            </a:r>
            <a:endParaRPr kumimoji="0" lang="en" sz="1200" b="0" i="0" u="none" strike="noStrike" cap="none" spc="0" normalizeH="0" baseline="0" dirty="0">
              <a:ln>
                <a:noFill/>
              </a:ln>
              <a:solidFill>
                <a:srgbClr val="FFFFFF"/>
              </a:solidFill>
              <a:effectLst/>
              <a:uFillTx/>
              <a:latin typeface="SB Sans Display Light" panose="020B0303040504020204" pitchFamily="34" charset="0"/>
              <a:ea typeface="+mn-ea"/>
              <a:cs typeface="SB Sans Display Light" panose="020B0303040504020204" pitchFamily="34" charset="0"/>
              <a:sym typeface="Helvetica"/>
            </a:endParaRPr>
          </a:p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#</a:t>
            </a:r>
            <a:r>
              <a:rPr kumimoji="0" lang="en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EEF3FF</a:t>
            </a:r>
          </a:p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200" b="0" i="0" u="none" strike="noStrike" cap="none" spc="0" normalizeH="0" baseline="0" dirty="0">
              <a:ln>
                <a:noFill/>
              </a:ln>
              <a:solidFill>
                <a:srgbClr val="FFFFFF"/>
              </a:solidFill>
              <a:effectLst/>
              <a:uFillTx/>
              <a:latin typeface="SB Sans Display Light" panose="020B0303040504020204" pitchFamily="34" charset="0"/>
              <a:ea typeface="+mn-ea"/>
              <a:cs typeface="SB Sans Display Light" panose="020B0303040504020204" pitchFamily="34" charset="0"/>
              <a:sym typeface="Helvetica"/>
            </a:endParaRPr>
          </a:p>
        </p:txBody>
      </p:sp>
      <p:sp>
        <p:nvSpPr>
          <p:cNvPr id="29" name="Овал 28">
            <a:extLst>
              <a:ext uri="{FF2B5EF4-FFF2-40B4-BE49-F238E27FC236}">
                <a16:creationId xmlns:a16="http://schemas.microsoft.com/office/drawing/2014/main" id="{501063FB-9268-2749-9C48-D46B7ED2A422}"/>
              </a:ext>
            </a:extLst>
          </p:cNvPr>
          <p:cNvSpPr/>
          <p:nvPr userDrawn="1"/>
        </p:nvSpPr>
        <p:spPr>
          <a:xfrm>
            <a:off x="7876512" y="-1428324"/>
            <a:ext cx="672353" cy="672353"/>
          </a:xfrm>
          <a:prstGeom prst="ellipse">
            <a:avLst/>
          </a:prstGeom>
          <a:solidFill>
            <a:srgbClr val="D6D4D4"/>
          </a:solidFill>
          <a:ln w="25400" cap="flat">
            <a:noFill/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ctr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>
              <a:ln>
                <a:noFill/>
              </a:ln>
              <a:solidFill>
                <a:srgbClr val="516170"/>
              </a:solidFill>
              <a:effectLst/>
              <a:uFillTx/>
              <a:latin typeface="+mn-lt"/>
              <a:ea typeface="+mn-ea"/>
              <a:cs typeface="+mn-cs"/>
              <a:sym typeface="Helvetica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7D25E32-5DB9-5E4F-8BE5-56F5949670CD}"/>
              </a:ext>
            </a:extLst>
          </p:cNvPr>
          <p:cNvSpPr txBox="1"/>
          <p:nvPr userDrawn="1"/>
        </p:nvSpPr>
        <p:spPr>
          <a:xfrm>
            <a:off x="8673207" y="-1402298"/>
            <a:ext cx="1593391" cy="646327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t">
            <a:spAutoFit/>
          </a:bodyPr>
          <a:lstStyle/>
          <a:p>
            <a:r>
              <a:rPr kumimoji="0" lang="ru-RU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Серый </a:t>
            </a:r>
            <a:r>
              <a:rPr kumimoji="0" lang="ru-RU" sz="1200" b="0" i="0" u="none" strike="noStrike" cap="none" spc="0" normalizeH="0" baseline="0" dirty="0" err="1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Сбер</a:t>
            </a:r>
            <a:endParaRPr kumimoji="0" lang="en" sz="1200" b="0" i="0" u="none" strike="noStrike" cap="none" spc="0" normalizeH="0" baseline="0" dirty="0">
              <a:ln>
                <a:noFill/>
              </a:ln>
              <a:solidFill>
                <a:srgbClr val="FFFFFF"/>
              </a:solidFill>
              <a:effectLst/>
              <a:uFillTx/>
              <a:latin typeface="SB Sans Display Light" panose="020B0303040504020204" pitchFamily="34" charset="0"/>
              <a:ea typeface="+mn-ea"/>
              <a:cs typeface="SB Sans Display Light" panose="020B0303040504020204" pitchFamily="34" charset="0"/>
              <a:sym typeface="Helvetica"/>
            </a:endParaRPr>
          </a:p>
          <a:p>
            <a:r>
              <a:rPr kumimoji="0" lang="en-US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#</a:t>
            </a:r>
            <a:r>
              <a:rPr kumimoji="0" lang="en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D6D4D4</a:t>
            </a:r>
          </a:p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200" b="0" i="0" u="none" strike="noStrike" cap="none" spc="0" normalizeH="0" baseline="0" dirty="0">
              <a:ln>
                <a:noFill/>
              </a:ln>
              <a:solidFill>
                <a:srgbClr val="FFFFFF"/>
              </a:solidFill>
              <a:effectLst/>
              <a:uFillTx/>
              <a:latin typeface="SB Sans Display Light" panose="020B0303040504020204" pitchFamily="34" charset="0"/>
              <a:ea typeface="+mn-ea"/>
              <a:cs typeface="SB Sans Display Light" panose="020B0303040504020204" pitchFamily="34" charset="0"/>
              <a:sym typeface="Helvetica"/>
            </a:endParaRPr>
          </a:p>
        </p:txBody>
      </p:sp>
      <p:sp>
        <p:nvSpPr>
          <p:cNvPr id="31" name="Овал 30">
            <a:extLst>
              <a:ext uri="{FF2B5EF4-FFF2-40B4-BE49-F238E27FC236}">
                <a16:creationId xmlns:a16="http://schemas.microsoft.com/office/drawing/2014/main" id="{610BC0CF-21BF-B84D-8104-56778BFB0A7B}"/>
              </a:ext>
            </a:extLst>
          </p:cNvPr>
          <p:cNvSpPr/>
          <p:nvPr userDrawn="1"/>
        </p:nvSpPr>
        <p:spPr>
          <a:xfrm>
            <a:off x="9983608" y="-1428324"/>
            <a:ext cx="672353" cy="672353"/>
          </a:xfrm>
          <a:prstGeom prst="ellipse">
            <a:avLst/>
          </a:prstGeom>
          <a:solidFill>
            <a:srgbClr val="516270"/>
          </a:solidFill>
          <a:ln w="25400" cap="flat">
            <a:noFill/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ctr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>
              <a:ln>
                <a:noFill/>
              </a:ln>
              <a:solidFill>
                <a:srgbClr val="516170"/>
              </a:solidFill>
              <a:effectLst/>
              <a:uFillTx/>
              <a:latin typeface="+mn-lt"/>
              <a:ea typeface="+mn-ea"/>
              <a:cs typeface="+mn-cs"/>
              <a:sym typeface="Helvetica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ADD6D2E-3006-CA4E-92A9-6286561C803F}"/>
              </a:ext>
            </a:extLst>
          </p:cNvPr>
          <p:cNvSpPr txBox="1"/>
          <p:nvPr userDrawn="1"/>
        </p:nvSpPr>
        <p:spPr>
          <a:xfrm>
            <a:off x="10780303" y="-1402298"/>
            <a:ext cx="1593391" cy="646327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t">
            <a:spAutoFit/>
          </a:bodyPr>
          <a:lstStyle/>
          <a:p>
            <a:r>
              <a:rPr kumimoji="0" lang="en-US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Graphite CIB #</a:t>
            </a:r>
            <a:r>
              <a:rPr kumimoji="0" lang="ru-RU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516270</a:t>
            </a:r>
          </a:p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200" b="0" i="0" u="none" strike="noStrike" cap="none" spc="0" normalizeH="0" baseline="0" dirty="0">
              <a:ln>
                <a:noFill/>
              </a:ln>
              <a:solidFill>
                <a:srgbClr val="FFFFFF"/>
              </a:solidFill>
              <a:effectLst/>
              <a:uFillTx/>
              <a:latin typeface="SB Sans Display Light" panose="020B0303040504020204" pitchFamily="34" charset="0"/>
              <a:ea typeface="+mn-ea"/>
              <a:cs typeface="SB Sans Display Light" panose="020B0303040504020204" pitchFamily="34" charset="0"/>
              <a:sym typeface="Helvetica"/>
            </a:endParaRPr>
          </a:p>
        </p:txBody>
      </p:sp>
      <p:sp>
        <p:nvSpPr>
          <p:cNvPr id="33" name="Овал 32">
            <a:extLst>
              <a:ext uri="{FF2B5EF4-FFF2-40B4-BE49-F238E27FC236}">
                <a16:creationId xmlns:a16="http://schemas.microsoft.com/office/drawing/2014/main" id="{90E2DC0F-04D5-164B-BA0C-FFB47187B85D}"/>
              </a:ext>
            </a:extLst>
          </p:cNvPr>
          <p:cNvSpPr/>
          <p:nvPr userDrawn="1"/>
        </p:nvSpPr>
        <p:spPr>
          <a:xfrm>
            <a:off x="12181377" y="-1428324"/>
            <a:ext cx="672353" cy="672353"/>
          </a:xfrm>
          <a:prstGeom prst="ellipse">
            <a:avLst/>
          </a:prstGeom>
          <a:solidFill>
            <a:srgbClr val="853990"/>
          </a:solidFill>
          <a:ln w="25400" cap="flat">
            <a:noFill/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ctr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>
              <a:ln>
                <a:noFill/>
              </a:ln>
              <a:solidFill>
                <a:srgbClr val="516170"/>
              </a:solidFill>
              <a:effectLst/>
              <a:uFillTx/>
              <a:latin typeface="+mn-lt"/>
              <a:ea typeface="+mn-ea"/>
              <a:cs typeface="+mn-cs"/>
              <a:sym typeface="Helvetica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9632C71-988D-094F-84E4-7CA393DBA7B0}"/>
              </a:ext>
            </a:extLst>
          </p:cNvPr>
          <p:cNvSpPr txBox="1"/>
          <p:nvPr userDrawn="1"/>
        </p:nvSpPr>
        <p:spPr>
          <a:xfrm>
            <a:off x="12978072" y="-1402298"/>
            <a:ext cx="1593391" cy="646327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t">
            <a:spAutoFit/>
          </a:bodyPr>
          <a:lstStyle/>
          <a:p>
            <a:r>
              <a:rPr kumimoji="0" lang="en-US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Vivid Violet</a:t>
            </a:r>
          </a:p>
          <a:p>
            <a:r>
              <a:rPr kumimoji="0" lang="en-US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#853A90</a:t>
            </a:r>
            <a:endParaRPr kumimoji="0" lang="ru-RU" sz="1200" b="0" i="0" u="none" strike="noStrike" cap="none" spc="0" normalizeH="0" baseline="0" dirty="0">
              <a:ln>
                <a:noFill/>
              </a:ln>
              <a:solidFill>
                <a:srgbClr val="FFFFFF"/>
              </a:solidFill>
              <a:effectLst/>
              <a:uFillTx/>
              <a:latin typeface="SB Sans Display Light" panose="020B0303040504020204" pitchFamily="34" charset="0"/>
              <a:ea typeface="+mn-ea"/>
              <a:cs typeface="SB Sans Display Light" panose="020B0303040504020204" pitchFamily="34" charset="0"/>
              <a:sym typeface="Helvetica"/>
            </a:endParaRPr>
          </a:p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200" b="0" i="0" u="none" strike="noStrike" cap="none" spc="0" normalizeH="0" baseline="0" dirty="0">
              <a:ln>
                <a:noFill/>
              </a:ln>
              <a:solidFill>
                <a:srgbClr val="FFFFFF"/>
              </a:solidFill>
              <a:effectLst/>
              <a:uFillTx/>
              <a:latin typeface="SB Sans Display Light" panose="020B0303040504020204" pitchFamily="34" charset="0"/>
              <a:ea typeface="+mn-ea"/>
              <a:cs typeface="SB Sans Display Light" panose="020B0303040504020204" pitchFamily="34" charset="0"/>
              <a:sym typeface="Helvetica"/>
            </a:endParaRPr>
          </a:p>
        </p:txBody>
      </p:sp>
      <p:sp>
        <p:nvSpPr>
          <p:cNvPr id="35" name="Номер слайда">
            <a:extLst>
              <a:ext uri="{FF2B5EF4-FFF2-40B4-BE49-F238E27FC236}">
                <a16:creationId xmlns:a16="http://schemas.microsoft.com/office/drawing/2014/main" id="{1BDE2F76-46DB-C447-9FC0-9803AC8B1885}"/>
              </a:ext>
            </a:extLst>
          </p:cNvPr>
          <p:cNvSpPr txBox="1">
            <a:spLocks noGrp="1"/>
          </p:cNvSpPr>
          <p:nvPr>
            <p:ph type="sldNum" sz="quarter" idx="4294967295"/>
          </p:nvPr>
        </p:nvSpPr>
        <p:spPr>
          <a:xfrm>
            <a:off x="11485372" y="6408409"/>
            <a:ext cx="325375" cy="139701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>
              <a:defRPr sz="900">
                <a:latin typeface="SB Sans Text Light"/>
                <a:ea typeface="SB Sans Text Light"/>
                <a:cs typeface="SB Sans Text Light"/>
                <a:sym typeface="SB Sans Text Light"/>
              </a:defRPr>
            </a:lvl1pPr>
          </a:lstStyle>
          <a:p>
            <a:fld id="{86CB4B4D-7CA3-9044-876B-883B54F8677D}" type="slidenum">
              <a:t>‹#›</a:t>
            </a:fld>
            <a:endParaRPr dirty="0"/>
          </a:p>
        </p:txBody>
      </p:sp>
    </p:spTree>
  </p:cSld>
  <p:clrMapOvr>
    <a:masterClrMapping/>
  </p:clrMapOvr>
  <p:transition spd="med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Слайд с графиком и текстом">
    <p:bg>
      <p:bgPr>
        <a:solidFill>
          <a:srgbClr val="EEF3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Прямоугольник 1"/>
          <p:cNvSpPr/>
          <p:nvPr/>
        </p:nvSpPr>
        <p:spPr>
          <a:xfrm>
            <a:off x="-3" y="0"/>
            <a:ext cx="5724399" cy="6858000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AFB3C0"/>
                </a:solidFill>
                <a:latin typeface="SB Sans Text"/>
                <a:ea typeface="SB Sans Text"/>
                <a:cs typeface="SB Sans Text"/>
                <a:sym typeface="SB Sans Text"/>
              </a:defRPr>
            </a:pPr>
            <a:endParaRPr/>
          </a:p>
        </p:txBody>
      </p:sp>
      <p:pic>
        <p:nvPicPr>
          <p:cNvPr id="221" name="Object 3" descr="Object 3"/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26988" y="369715"/>
            <a:ext cx="1398333" cy="287510"/>
          </a:xfrm>
          <a:prstGeom prst="rect">
            <a:avLst/>
          </a:prstGeom>
          <a:ln w="12700">
            <a:miter lim="400000"/>
          </a:ln>
        </p:spPr>
      </p:pic>
      <p:sp>
        <p:nvSpPr>
          <p:cNvPr id="222" name="Click to edit Master title style"/>
          <p:cNvSpPr txBox="1">
            <a:spLocks noGrp="1"/>
          </p:cNvSpPr>
          <p:nvPr>
            <p:ph type="title" hasCustomPrompt="1"/>
          </p:nvPr>
        </p:nvSpPr>
        <p:spPr>
          <a:xfrm>
            <a:off x="1163637" y="657225"/>
            <a:ext cx="4009614" cy="921054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>
              <a:defRPr sz="2800">
                <a:solidFill>
                  <a:srgbClr val="3F4851"/>
                </a:solidFill>
              </a:defRPr>
            </a:lvl1pPr>
          </a:lstStyle>
          <a:p>
            <a:r>
              <a:t>Click to edit Master title style</a:t>
            </a:r>
          </a:p>
        </p:txBody>
      </p:sp>
      <p:sp>
        <p:nvSpPr>
          <p:cNvPr id="223" name="Уровень текста 1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1163637" y="1653437"/>
            <a:ext cx="3946984" cy="2530258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SzTx/>
              <a:buFontTx/>
              <a:buNone/>
              <a:defRPr sz="1400">
                <a:solidFill>
                  <a:srgbClr val="3F4851"/>
                </a:solidFill>
                <a:latin typeface="SB Sans Text Light"/>
                <a:ea typeface="SB Sans Text Light"/>
                <a:cs typeface="SB Sans Text Light"/>
                <a:sym typeface="SB Sans Text Light"/>
              </a:defRPr>
            </a:lvl1pPr>
            <a:lvl2pPr marL="685800" indent="-228600">
              <a:lnSpc>
                <a:spcPct val="100000"/>
              </a:lnSpc>
              <a:spcBef>
                <a:spcPts val="0"/>
              </a:spcBef>
              <a:buFontTx/>
              <a:defRPr sz="1400">
                <a:solidFill>
                  <a:srgbClr val="3F4851"/>
                </a:solidFill>
                <a:latin typeface="SB Sans Text Light"/>
                <a:ea typeface="SB Sans Text Light"/>
                <a:cs typeface="SB Sans Text Light"/>
                <a:sym typeface="SB Sans Text Light"/>
              </a:defRPr>
            </a:lvl2pPr>
            <a:lvl3pPr marL="1143000" indent="-228600">
              <a:lnSpc>
                <a:spcPct val="100000"/>
              </a:lnSpc>
              <a:spcBef>
                <a:spcPts val="0"/>
              </a:spcBef>
              <a:buFontTx/>
              <a:defRPr sz="1400">
                <a:solidFill>
                  <a:srgbClr val="3F4851"/>
                </a:solidFill>
                <a:latin typeface="SB Sans Text Light"/>
                <a:ea typeface="SB Sans Text Light"/>
                <a:cs typeface="SB Sans Text Light"/>
                <a:sym typeface="SB Sans Text Light"/>
              </a:defRPr>
            </a:lvl3pPr>
            <a:lvl4pPr marL="1549400" indent="-177800">
              <a:lnSpc>
                <a:spcPct val="100000"/>
              </a:lnSpc>
              <a:spcBef>
                <a:spcPts val="0"/>
              </a:spcBef>
              <a:buFontTx/>
              <a:defRPr sz="1400">
                <a:solidFill>
                  <a:srgbClr val="3F4851"/>
                </a:solidFill>
                <a:latin typeface="SB Sans Text Light"/>
                <a:ea typeface="SB Sans Text Light"/>
                <a:cs typeface="SB Sans Text Light"/>
                <a:sym typeface="SB Sans Text Light"/>
              </a:defRPr>
            </a:lvl4pPr>
            <a:lvl5pPr>
              <a:lnSpc>
                <a:spcPct val="100000"/>
              </a:lnSpc>
              <a:spcBef>
                <a:spcPts val="0"/>
              </a:spcBef>
              <a:buFontTx/>
              <a:defRPr sz="1400">
                <a:solidFill>
                  <a:srgbClr val="3F4851"/>
                </a:solidFill>
                <a:latin typeface="SB Sans Text Light"/>
                <a:ea typeface="SB Sans Text Light"/>
                <a:cs typeface="SB Sans Text Light"/>
                <a:sym typeface="SB Sans Text Light"/>
              </a:defRPr>
            </a:lvl5pPr>
          </a:lstStyle>
          <a:p>
            <a:r>
              <a:t>Текст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7" name="Овал 6">
            <a:extLst>
              <a:ext uri="{FF2B5EF4-FFF2-40B4-BE49-F238E27FC236}">
                <a16:creationId xmlns:a16="http://schemas.microsoft.com/office/drawing/2014/main" id="{CC9800BA-B156-004C-A0FE-0718CD8766B4}"/>
              </a:ext>
            </a:extLst>
          </p:cNvPr>
          <p:cNvSpPr/>
          <p:nvPr userDrawn="1"/>
        </p:nvSpPr>
        <p:spPr>
          <a:xfrm>
            <a:off x="2069486" y="-1438835"/>
            <a:ext cx="672353" cy="672353"/>
          </a:xfrm>
          <a:prstGeom prst="ellipse">
            <a:avLst/>
          </a:prstGeom>
          <a:solidFill>
            <a:srgbClr val="339189"/>
          </a:solidFill>
          <a:ln w="25400" cap="flat">
            <a:noFill/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ctr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 dirty="0">
              <a:ln>
                <a:noFill/>
              </a:ln>
              <a:solidFill>
                <a:srgbClr val="516170"/>
              </a:solidFill>
              <a:effectLst/>
              <a:uFillTx/>
              <a:latin typeface="+mn-lt"/>
              <a:ea typeface="+mn-ea"/>
              <a:cs typeface="+mn-cs"/>
              <a:sym typeface="Helvetica"/>
            </a:endParaRPr>
          </a:p>
        </p:txBody>
      </p:sp>
      <p:sp>
        <p:nvSpPr>
          <p:cNvPr id="8" name="Овал 7">
            <a:extLst>
              <a:ext uri="{FF2B5EF4-FFF2-40B4-BE49-F238E27FC236}">
                <a16:creationId xmlns:a16="http://schemas.microsoft.com/office/drawing/2014/main" id="{460BCFC1-F573-424F-88D4-A7CB49A16E21}"/>
              </a:ext>
            </a:extLst>
          </p:cNvPr>
          <p:cNvSpPr/>
          <p:nvPr userDrawn="1"/>
        </p:nvSpPr>
        <p:spPr>
          <a:xfrm>
            <a:off x="3907363" y="-1438835"/>
            <a:ext cx="672353" cy="672353"/>
          </a:xfrm>
          <a:prstGeom prst="ellipse">
            <a:avLst/>
          </a:prstGeom>
          <a:solidFill>
            <a:srgbClr val="333F48"/>
          </a:solidFill>
          <a:ln w="25400" cap="flat">
            <a:noFill/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ctr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>
              <a:ln>
                <a:noFill/>
              </a:ln>
              <a:solidFill>
                <a:srgbClr val="516170"/>
              </a:solidFill>
              <a:effectLst/>
              <a:uFillTx/>
              <a:latin typeface="+mn-lt"/>
              <a:ea typeface="+mn-ea"/>
              <a:cs typeface="+mn-cs"/>
              <a:sym typeface="Helvetica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CF81E7A-719F-204D-9F73-6BA286602D3D}"/>
              </a:ext>
            </a:extLst>
          </p:cNvPr>
          <p:cNvSpPr txBox="1"/>
          <p:nvPr userDrawn="1"/>
        </p:nvSpPr>
        <p:spPr>
          <a:xfrm>
            <a:off x="2874437" y="-1402298"/>
            <a:ext cx="1257726" cy="646327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t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Blue Chill</a:t>
            </a:r>
          </a:p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#</a:t>
            </a:r>
            <a:r>
              <a:rPr kumimoji="0" lang="ru-RU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339189</a:t>
            </a:r>
          </a:p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200" b="0" i="0" u="none" strike="noStrike" cap="none" spc="0" normalizeH="0" baseline="0" dirty="0">
              <a:ln>
                <a:noFill/>
              </a:ln>
              <a:solidFill>
                <a:srgbClr val="FFFFFF"/>
              </a:solidFill>
              <a:effectLst/>
              <a:uFillTx/>
              <a:latin typeface="SB Sans Display Light" panose="020B0303040504020204" pitchFamily="34" charset="0"/>
              <a:ea typeface="+mn-ea"/>
              <a:cs typeface="SB Sans Display Light" panose="020B0303040504020204" pitchFamily="34" charset="0"/>
              <a:sym typeface="Helvetica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338A91D-2D29-DB49-AA85-140698862892}"/>
              </a:ext>
            </a:extLst>
          </p:cNvPr>
          <p:cNvSpPr txBox="1"/>
          <p:nvPr userDrawn="1"/>
        </p:nvSpPr>
        <p:spPr>
          <a:xfrm>
            <a:off x="4669929" y="-1402298"/>
            <a:ext cx="1593391" cy="46166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t">
            <a:spAutoFit/>
          </a:bodyPr>
          <a:lstStyle/>
          <a:p>
            <a:r>
              <a:rPr kumimoji="0" lang="en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Graphite</a:t>
            </a:r>
          </a:p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#</a:t>
            </a:r>
            <a:r>
              <a:rPr kumimoji="0" lang="en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3</a:t>
            </a:r>
            <a:r>
              <a:rPr kumimoji="0" lang="ru-RU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3</a:t>
            </a:r>
            <a:r>
              <a:rPr kumimoji="0" lang="en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3F48</a:t>
            </a:r>
            <a:endParaRPr kumimoji="0" lang="ru-RU" sz="1200" b="0" i="0" u="none" strike="noStrike" cap="none" spc="0" normalizeH="0" baseline="0" dirty="0">
              <a:ln>
                <a:noFill/>
              </a:ln>
              <a:solidFill>
                <a:srgbClr val="FFFFFF"/>
              </a:solidFill>
              <a:effectLst/>
              <a:uFillTx/>
              <a:latin typeface="SB Sans Display Light" panose="020B0303040504020204" pitchFamily="34" charset="0"/>
              <a:ea typeface="+mn-ea"/>
              <a:cs typeface="SB Sans Display Light" panose="020B0303040504020204" pitchFamily="34" charset="0"/>
              <a:sym typeface="Helvetica"/>
            </a:endParaRPr>
          </a:p>
        </p:txBody>
      </p:sp>
      <p:sp>
        <p:nvSpPr>
          <p:cNvPr id="11" name="Овал 10">
            <a:extLst>
              <a:ext uri="{FF2B5EF4-FFF2-40B4-BE49-F238E27FC236}">
                <a16:creationId xmlns:a16="http://schemas.microsoft.com/office/drawing/2014/main" id="{7F2E4185-8960-1B4F-AC32-BA0A6E119EF5}"/>
              </a:ext>
            </a:extLst>
          </p:cNvPr>
          <p:cNvSpPr/>
          <p:nvPr userDrawn="1"/>
        </p:nvSpPr>
        <p:spPr>
          <a:xfrm>
            <a:off x="-13957" y="-1438835"/>
            <a:ext cx="672353" cy="672353"/>
          </a:xfrm>
          <a:prstGeom prst="ellipse">
            <a:avLst/>
          </a:prstGeom>
          <a:solidFill>
            <a:srgbClr val="04766C"/>
          </a:solidFill>
          <a:ln w="25400" cap="flat">
            <a:noFill/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ctr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 dirty="0">
              <a:ln>
                <a:noFill/>
              </a:ln>
              <a:solidFill>
                <a:srgbClr val="516170"/>
              </a:solidFill>
              <a:effectLst/>
              <a:uFillTx/>
              <a:latin typeface="+mn-lt"/>
              <a:ea typeface="+mn-ea"/>
              <a:cs typeface="+mn-cs"/>
              <a:sym typeface="Helvetica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BBEF821-794C-6040-BC62-201296AA33A0}"/>
              </a:ext>
            </a:extLst>
          </p:cNvPr>
          <p:cNvSpPr txBox="1"/>
          <p:nvPr userDrawn="1"/>
        </p:nvSpPr>
        <p:spPr>
          <a:xfrm>
            <a:off x="790994" y="-1402298"/>
            <a:ext cx="1767011" cy="646327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t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Malachite Pro</a:t>
            </a:r>
          </a:p>
          <a:p>
            <a:r>
              <a:rPr kumimoji="0" lang="en-US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#</a:t>
            </a:r>
            <a:r>
              <a:rPr kumimoji="0" lang="en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00766C</a:t>
            </a:r>
          </a:p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200" b="0" i="0" u="none" strike="noStrike" cap="none" spc="0" normalizeH="0" baseline="0" dirty="0">
              <a:ln>
                <a:noFill/>
              </a:ln>
              <a:solidFill>
                <a:srgbClr val="FFFFFF"/>
              </a:solidFill>
              <a:effectLst/>
              <a:uFillTx/>
              <a:latin typeface="SB Sans Display Light" panose="020B0303040504020204" pitchFamily="34" charset="0"/>
              <a:ea typeface="+mn-ea"/>
              <a:cs typeface="SB Sans Display Light" panose="020B0303040504020204" pitchFamily="34" charset="0"/>
              <a:sym typeface="Helvetica"/>
            </a:endParaRPr>
          </a:p>
        </p:txBody>
      </p:sp>
      <p:sp>
        <p:nvSpPr>
          <p:cNvPr id="13" name="Овал 12">
            <a:extLst>
              <a:ext uri="{FF2B5EF4-FFF2-40B4-BE49-F238E27FC236}">
                <a16:creationId xmlns:a16="http://schemas.microsoft.com/office/drawing/2014/main" id="{F12860CA-AB1F-B941-AC64-1C32A2108871}"/>
              </a:ext>
            </a:extLst>
          </p:cNvPr>
          <p:cNvSpPr/>
          <p:nvPr userDrawn="1"/>
        </p:nvSpPr>
        <p:spPr>
          <a:xfrm>
            <a:off x="5642598" y="-1428324"/>
            <a:ext cx="672353" cy="672353"/>
          </a:xfrm>
          <a:prstGeom prst="ellipse">
            <a:avLst/>
          </a:prstGeom>
          <a:solidFill>
            <a:srgbClr val="EEF3FF"/>
          </a:solidFill>
          <a:ln w="25400" cap="flat">
            <a:noFill/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ctr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>
              <a:ln>
                <a:noFill/>
              </a:ln>
              <a:solidFill>
                <a:srgbClr val="516170"/>
              </a:solidFill>
              <a:effectLst/>
              <a:uFillTx/>
              <a:latin typeface="+mn-lt"/>
              <a:ea typeface="+mn-ea"/>
              <a:cs typeface="+mn-cs"/>
              <a:sym typeface="Helvetica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17EE979-8CA3-6540-8492-46D17DD7A2D1}"/>
              </a:ext>
            </a:extLst>
          </p:cNvPr>
          <p:cNvSpPr txBox="1"/>
          <p:nvPr userDrawn="1"/>
        </p:nvSpPr>
        <p:spPr>
          <a:xfrm>
            <a:off x="6439293" y="-1402298"/>
            <a:ext cx="1593391" cy="646327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t">
            <a:spAutoFit/>
          </a:bodyPr>
          <a:lstStyle/>
          <a:p>
            <a:r>
              <a:rPr kumimoji="0" lang="ru-RU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Снежный </a:t>
            </a:r>
            <a:r>
              <a:rPr kumimoji="0" lang="ru-RU" sz="1200" b="0" i="0" u="none" strike="noStrike" cap="none" spc="0" normalizeH="0" baseline="0" dirty="0" err="1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Сбер</a:t>
            </a:r>
            <a:endParaRPr kumimoji="0" lang="en" sz="1200" b="0" i="0" u="none" strike="noStrike" cap="none" spc="0" normalizeH="0" baseline="0" dirty="0">
              <a:ln>
                <a:noFill/>
              </a:ln>
              <a:solidFill>
                <a:srgbClr val="FFFFFF"/>
              </a:solidFill>
              <a:effectLst/>
              <a:uFillTx/>
              <a:latin typeface="SB Sans Display Light" panose="020B0303040504020204" pitchFamily="34" charset="0"/>
              <a:ea typeface="+mn-ea"/>
              <a:cs typeface="SB Sans Display Light" panose="020B0303040504020204" pitchFamily="34" charset="0"/>
              <a:sym typeface="Helvetica"/>
            </a:endParaRPr>
          </a:p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#</a:t>
            </a:r>
            <a:r>
              <a:rPr kumimoji="0" lang="en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EEF3FF</a:t>
            </a:r>
          </a:p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200" b="0" i="0" u="none" strike="noStrike" cap="none" spc="0" normalizeH="0" baseline="0" dirty="0">
              <a:ln>
                <a:noFill/>
              </a:ln>
              <a:solidFill>
                <a:srgbClr val="FFFFFF"/>
              </a:solidFill>
              <a:effectLst/>
              <a:uFillTx/>
              <a:latin typeface="SB Sans Display Light" panose="020B0303040504020204" pitchFamily="34" charset="0"/>
              <a:ea typeface="+mn-ea"/>
              <a:cs typeface="SB Sans Display Light" panose="020B0303040504020204" pitchFamily="34" charset="0"/>
              <a:sym typeface="Helvetica"/>
            </a:endParaRPr>
          </a:p>
        </p:txBody>
      </p:sp>
      <p:sp>
        <p:nvSpPr>
          <p:cNvPr id="15" name="Овал 14">
            <a:extLst>
              <a:ext uri="{FF2B5EF4-FFF2-40B4-BE49-F238E27FC236}">
                <a16:creationId xmlns:a16="http://schemas.microsoft.com/office/drawing/2014/main" id="{1FBA0660-4211-DD4B-8B66-C3F4AB3E429F}"/>
              </a:ext>
            </a:extLst>
          </p:cNvPr>
          <p:cNvSpPr/>
          <p:nvPr userDrawn="1"/>
        </p:nvSpPr>
        <p:spPr>
          <a:xfrm>
            <a:off x="7876512" y="-1428324"/>
            <a:ext cx="672353" cy="672353"/>
          </a:xfrm>
          <a:prstGeom prst="ellipse">
            <a:avLst/>
          </a:prstGeom>
          <a:solidFill>
            <a:srgbClr val="D6D4D4"/>
          </a:solidFill>
          <a:ln w="25400" cap="flat">
            <a:noFill/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ctr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>
              <a:ln>
                <a:noFill/>
              </a:ln>
              <a:solidFill>
                <a:srgbClr val="516170"/>
              </a:solidFill>
              <a:effectLst/>
              <a:uFillTx/>
              <a:latin typeface="+mn-lt"/>
              <a:ea typeface="+mn-ea"/>
              <a:cs typeface="+mn-cs"/>
              <a:sym typeface="Helvetica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F10D3CF-DE8F-0647-A4A6-AAAF9516229A}"/>
              </a:ext>
            </a:extLst>
          </p:cNvPr>
          <p:cNvSpPr txBox="1"/>
          <p:nvPr userDrawn="1"/>
        </p:nvSpPr>
        <p:spPr>
          <a:xfrm>
            <a:off x="8673207" y="-1402298"/>
            <a:ext cx="1593391" cy="646327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t">
            <a:spAutoFit/>
          </a:bodyPr>
          <a:lstStyle/>
          <a:p>
            <a:r>
              <a:rPr kumimoji="0" lang="ru-RU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Серый </a:t>
            </a:r>
            <a:r>
              <a:rPr kumimoji="0" lang="ru-RU" sz="1200" b="0" i="0" u="none" strike="noStrike" cap="none" spc="0" normalizeH="0" baseline="0" dirty="0" err="1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Сбер</a:t>
            </a:r>
            <a:endParaRPr kumimoji="0" lang="en" sz="1200" b="0" i="0" u="none" strike="noStrike" cap="none" spc="0" normalizeH="0" baseline="0" dirty="0">
              <a:ln>
                <a:noFill/>
              </a:ln>
              <a:solidFill>
                <a:srgbClr val="FFFFFF"/>
              </a:solidFill>
              <a:effectLst/>
              <a:uFillTx/>
              <a:latin typeface="SB Sans Display Light" panose="020B0303040504020204" pitchFamily="34" charset="0"/>
              <a:ea typeface="+mn-ea"/>
              <a:cs typeface="SB Sans Display Light" panose="020B0303040504020204" pitchFamily="34" charset="0"/>
              <a:sym typeface="Helvetica"/>
            </a:endParaRPr>
          </a:p>
          <a:p>
            <a:r>
              <a:rPr kumimoji="0" lang="en-US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#</a:t>
            </a:r>
            <a:r>
              <a:rPr kumimoji="0" lang="en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D6D4D4</a:t>
            </a:r>
          </a:p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200" b="0" i="0" u="none" strike="noStrike" cap="none" spc="0" normalizeH="0" baseline="0" dirty="0">
              <a:ln>
                <a:noFill/>
              </a:ln>
              <a:solidFill>
                <a:srgbClr val="FFFFFF"/>
              </a:solidFill>
              <a:effectLst/>
              <a:uFillTx/>
              <a:latin typeface="SB Sans Display Light" panose="020B0303040504020204" pitchFamily="34" charset="0"/>
              <a:ea typeface="+mn-ea"/>
              <a:cs typeface="SB Sans Display Light" panose="020B0303040504020204" pitchFamily="34" charset="0"/>
              <a:sym typeface="Helvetica"/>
            </a:endParaRPr>
          </a:p>
        </p:txBody>
      </p:sp>
      <p:sp>
        <p:nvSpPr>
          <p:cNvPr id="17" name="Овал 16">
            <a:extLst>
              <a:ext uri="{FF2B5EF4-FFF2-40B4-BE49-F238E27FC236}">
                <a16:creationId xmlns:a16="http://schemas.microsoft.com/office/drawing/2014/main" id="{159E0590-75F4-034A-9969-176B14B4F896}"/>
              </a:ext>
            </a:extLst>
          </p:cNvPr>
          <p:cNvSpPr/>
          <p:nvPr userDrawn="1"/>
        </p:nvSpPr>
        <p:spPr>
          <a:xfrm>
            <a:off x="9983608" y="-1428324"/>
            <a:ext cx="672353" cy="672353"/>
          </a:xfrm>
          <a:prstGeom prst="ellipse">
            <a:avLst/>
          </a:prstGeom>
          <a:solidFill>
            <a:srgbClr val="516270"/>
          </a:solidFill>
          <a:ln w="25400" cap="flat">
            <a:noFill/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ctr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>
              <a:ln>
                <a:noFill/>
              </a:ln>
              <a:solidFill>
                <a:srgbClr val="516170"/>
              </a:solidFill>
              <a:effectLst/>
              <a:uFillTx/>
              <a:latin typeface="+mn-lt"/>
              <a:ea typeface="+mn-ea"/>
              <a:cs typeface="+mn-cs"/>
              <a:sym typeface="Helvetica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D7D9A6B-5FD8-9C4E-996D-327F10EC3F94}"/>
              </a:ext>
            </a:extLst>
          </p:cNvPr>
          <p:cNvSpPr txBox="1"/>
          <p:nvPr userDrawn="1"/>
        </p:nvSpPr>
        <p:spPr>
          <a:xfrm>
            <a:off x="10780303" y="-1402298"/>
            <a:ext cx="1593391" cy="646327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t">
            <a:spAutoFit/>
          </a:bodyPr>
          <a:lstStyle/>
          <a:p>
            <a:r>
              <a:rPr kumimoji="0" lang="en-US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Graphite CIB #</a:t>
            </a:r>
            <a:r>
              <a:rPr kumimoji="0" lang="ru-RU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516270</a:t>
            </a:r>
          </a:p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200" b="0" i="0" u="none" strike="noStrike" cap="none" spc="0" normalizeH="0" baseline="0" dirty="0">
              <a:ln>
                <a:noFill/>
              </a:ln>
              <a:solidFill>
                <a:srgbClr val="FFFFFF"/>
              </a:solidFill>
              <a:effectLst/>
              <a:uFillTx/>
              <a:latin typeface="SB Sans Display Light" panose="020B0303040504020204" pitchFamily="34" charset="0"/>
              <a:ea typeface="+mn-ea"/>
              <a:cs typeface="SB Sans Display Light" panose="020B0303040504020204" pitchFamily="34" charset="0"/>
              <a:sym typeface="Helvetica"/>
            </a:endParaRPr>
          </a:p>
        </p:txBody>
      </p:sp>
      <p:sp>
        <p:nvSpPr>
          <p:cNvPr id="19" name="Овал 18">
            <a:extLst>
              <a:ext uri="{FF2B5EF4-FFF2-40B4-BE49-F238E27FC236}">
                <a16:creationId xmlns:a16="http://schemas.microsoft.com/office/drawing/2014/main" id="{46FBD1F7-359A-F244-A862-1CBFC99E5879}"/>
              </a:ext>
            </a:extLst>
          </p:cNvPr>
          <p:cNvSpPr/>
          <p:nvPr userDrawn="1"/>
        </p:nvSpPr>
        <p:spPr>
          <a:xfrm>
            <a:off x="12181377" y="-1428324"/>
            <a:ext cx="672353" cy="672353"/>
          </a:xfrm>
          <a:prstGeom prst="ellipse">
            <a:avLst/>
          </a:prstGeom>
          <a:solidFill>
            <a:srgbClr val="853990"/>
          </a:solidFill>
          <a:ln w="25400" cap="flat">
            <a:noFill/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ctr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>
              <a:ln>
                <a:noFill/>
              </a:ln>
              <a:solidFill>
                <a:srgbClr val="516170"/>
              </a:solidFill>
              <a:effectLst/>
              <a:uFillTx/>
              <a:latin typeface="+mn-lt"/>
              <a:ea typeface="+mn-ea"/>
              <a:cs typeface="+mn-cs"/>
              <a:sym typeface="Helvetica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98044AE-3EBB-F84D-A31E-186F31D223C0}"/>
              </a:ext>
            </a:extLst>
          </p:cNvPr>
          <p:cNvSpPr txBox="1"/>
          <p:nvPr userDrawn="1"/>
        </p:nvSpPr>
        <p:spPr>
          <a:xfrm>
            <a:off x="12978072" y="-1402298"/>
            <a:ext cx="1593391" cy="646327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t">
            <a:spAutoFit/>
          </a:bodyPr>
          <a:lstStyle/>
          <a:p>
            <a:r>
              <a:rPr kumimoji="0" lang="en-US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Vivid Violet</a:t>
            </a:r>
          </a:p>
          <a:p>
            <a:r>
              <a:rPr kumimoji="0" lang="en-US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#853A90</a:t>
            </a:r>
            <a:endParaRPr kumimoji="0" lang="ru-RU" sz="1200" b="0" i="0" u="none" strike="noStrike" cap="none" spc="0" normalizeH="0" baseline="0" dirty="0">
              <a:ln>
                <a:noFill/>
              </a:ln>
              <a:solidFill>
                <a:srgbClr val="FFFFFF"/>
              </a:solidFill>
              <a:effectLst/>
              <a:uFillTx/>
              <a:latin typeface="SB Sans Display Light" panose="020B0303040504020204" pitchFamily="34" charset="0"/>
              <a:ea typeface="+mn-ea"/>
              <a:cs typeface="SB Sans Display Light" panose="020B0303040504020204" pitchFamily="34" charset="0"/>
              <a:sym typeface="Helvetica"/>
            </a:endParaRPr>
          </a:p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200" b="0" i="0" u="none" strike="noStrike" cap="none" spc="0" normalizeH="0" baseline="0" dirty="0">
              <a:ln>
                <a:noFill/>
              </a:ln>
              <a:solidFill>
                <a:srgbClr val="FFFFFF"/>
              </a:solidFill>
              <a:effectLst/>
              <a:uFillTx/>
              <a:latin typeface="SB Sans Display Light" panose="020B0303040504020204" pitchFamily="34" charset="0"/>
              <a:ea typeface="+mn-ea"/>
              <a:cs typeface="SB Sans Display Light" panose="020B0303040504020204" pitchFamily="34" charset="0"/>
              <a:sym typeface="Helvetica"/>
            </a:endParaRPr>
          </a:p>
        </p:txBody>
      </p:sp>
      <p:sp>
        <p:nvSpPr>
          <p:cNvPr id="21" name="Номер слайда">
            <a:extLst>
              <a:ext uri="{FF2B5EF4-FFF2-40B4-BE49-F238E27FC236}">
                <a16:creationId xmlns:a16="http://schemas.microsoft.com/office/drawing/2014/main" id="{03D138E3-5175-254D-B6AE-AB2718FE5CEA}"/>
              </a:ext>
            </a:extLst>
          </p:cNvPr>
          <p:cNvSpPr txBox="1">
            <a:spLocks noGrp="1"/>
          </p:cNvSpPr>
          <p:nvPr>
            <p:ph type="sldNum" sz="quarter" idx="4294967295"/>
          </p:nvPr>
        </p:nvSpPr>
        <p:spPr>
          <a:xfrm>
            <a:off x="11485372" y="6408409"/>
            <a:ext cx="325375" cy="139701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>
              <a:defRPr sz="900">
                <a:latin typeface="SB Sans Text Light"/>
                <a:ea typeface="SB Sans Text Light"/>
                <a:cs typeface="SB Sans Text Light"/>
                <a:sym typeface="SB Sans Text Light"/>
              </a:defRPr>
            </a:lvl1pPr>
          </a:lstStyle>
          <a:p>
            <a:fld id="{86CB4B4D-7CA3-9044-876B-883B54F8677D}" type="slidenum">
              <a:t>‹#›</a:t>
            </a:fld>
            <a:endParaRPr dirty="0"/>
          </a:p>
        </p:txBody>
      </p:sp>
    </p:spTree>
  </p:cSld>
  <p:clrMapOvr>
    <a:masterClrMapping/>
  </p:clrMapOvr>
  <p:transition spd="med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1_Слайд с графиком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8" name="Object 3" descr="Object 3"/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26988" y="369715"/>
            <a:ext cx="1398333" cy="287510"/>
          </a:xfrm>
          <a:prstGeom prst="rect">
            <a:avLst/>
          </a:prstGeom>
          <a:ln w="12700">
            <a:miter lim="400000"/>
          </a:ln>
        </p:spPr>
      </p:pic>
      <p:sp>
        <p:nvSpPr>
          <p:cNvPr id="269" name="Click to edit Master title style"/>
          <p:cNvSpPr txBox="1">
            <a:spLocks noGrp="1"/>
          </p:cNvSpPr>
          <p:nvPr>
            <p:ph type="title" hasCustomPrompt="1"/>
          </p:nvPr>
        </p:nvSpPr>
        <p:spPr>
          <a:xfrm>
            <a:off x="1163637" y="657225"/>
            <a:ext cx="9000002" cy="518433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>
              <a:defRPr sz="2800">
                <a:solidFill>
                  <a:srgbClr val="3F4851"/>
                </a:solidFill>
              </a:defRPr>
            </a:lvl1pPr>
          </a:lstStyle>
          <a:p>
            <a:r>
              <a:t>Click to edit Master title style</a:t>
            </a:r>
          </a:p>
        </p:txBody>
      </p:sp>
      <p:pic>
        <p:nvPicPr>
          <p:cNvPr id="270" name="Object 2" descr="Object 2"/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63637" y="1496289"/>
            <a:ext cx="2337562" cy="4453661"/>
          </a:xfrm>
          <a:prstGeom prst="rect">
            <a:avLst/>
          </a:prstGeom>
          <a:ln w="12700">
            <a:miter lim="400000"/>
          </a:ln>
          <a:effectLst>
            <a:outerShdw blurRad="330200" dist="133609" dir="2520000" sx="98975" sy="98975" algn="ctr" rotWithShape="0">
              <a:srgbClr val="000000">
                <a:alpha val="16690"/>
              </a:srgbClr>
            </a:outerShdw>
          </a:effectLst>
        </p:spPr>
      </p:pic>
      <p:pic>
        <p:nvPicPr>
          <p:cNvPr id="271" name="Object 3" descr="Object 3"/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672692" y="1496289"/>
            <a:ext cx="2337562" cy="4453661"/>
          </a:xfrm>
          <a:prstGeom prst="rect">
            <a:avLst/>
          </a:prstGeom>
          <a:ln w="12700">
            <a:miter lim="400000"/>
          </a:ln>
          <a:effectLst>
            <a:outerShdw blurRad="330200" dist="133609" dir="2520000" sx="98975" sy="98975" algn="ctr" rotWithShape="0">
              <a:srgbClr val="000000">
                <a:alpha val="16690"/>
              </a:srgbClr>
            </a:outerShdw>
          </a:effectLst>
        </p:spPr>
      </p:pic>
      <p:pic>
        <p:nvPicPr>
          <p:cNvPr id="272" name="Object 4" descr="Object 4"/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181747" y="1496289"/>
            <a:ext cx="2337562" cy="4453661"/>
          </a:xfrm>
          <a:prstGeom prst="rect">
            <a:avLst/>
          </a:prstGeom>
          <a:ln w="12700">
            <a:miter lim="400000"/>
          </a:ln>
          <a:effectLst>
            <a:outerShdw blurRad="330200" dist="133609" dir="2520000" sx="98975" sy="98975" algn="ctr" rotWithShape="0">
              <a:srgbClr val="000000">
                <a:alpha val="16690"/>
              </a:srgbClr>
            </a:outerShdw>
          </a:effectLst>
        </p:spPr>
      </p:pic>
      <p:pic>
        <p:nvPicPr>
          <p:cNvPr id="273" name="Object 5" descr="Object 5"/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690802" y="1496289"/>
            <a:ext cx="2337562" cy="4453661"/>
          </a:xfrm>
          <a:prstGeom prst="rect">
            <a:avLst/>
          </a:prstGeom>
          <a:ln w="12700">
            <a:miter lim="400000"/>
          </a:ln>
          <a:effectLst>
            <a:outerShdw blurRad="330200" dist="133609" dir="2520000" sx="98975" sy="98975" algn="ctr" rotWithShape="0">
              <a:srgbClr val="000000">
                <a:alpha val="16690"/>
              </a:srgbClr>
            </a:outerShdw>
          </a:effectLst>
        </p:spPr>
      </p:pic>
      <p:sp>
        <p:nvSpPr>
          <p:cNvPr id="23" name="Номер слайда">
            <a:extLst>
              <a:ext uri="{FF2B5EF4-FFF2-40B4-BE49-F238E27FC236}">
                <a16:creationId xmlns:a16="http://schemas.microsoft.com/office/drawing/2014/main" id="{51F378B7-B95A-CC4D-9E68-BF87452B6E60}"/>
              </a:ext>
            </a:extLst>
          </p:cNvPr>
          <p:cNvSpPr txBox="1">
            <a:spLocks noGrp="1"/>
          </p:cNvSpPr>
          <p:nvPr>
            <p:ph type="sldNum" sz="quarter" idx="4294967295"/>
          </p:nvPr>
        </p:nvSpPr>
        <p:spPr>
          <a:xfrm>
            <a:off x="11485372" y="6408409"/>
            <a:ext cx="325375" cy="139701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>
              <a:defRPr sz="900">
                <a:latin typeface="SB Sans Text Light"/>
                <a:ea typeface="SB Sans Text Light"/>
                <a:cs typeface="SB Sans Text Light"/>
                <a:sym typeface="SB Sans Text Light"/>
              </a:defRPr>
            </a:lvl1pPr>
          </a:lstStyle>
          <a:p>
            <a:fld id="{86CB4B4D-7CA3-9044-876B-883B54F8677D}" type="slidenum">
              <a:t>‹#›</a:t>
            </a:fld>
            <a:endParaRPr dirty="0"/>
          </a:p>
        </p:txBody>
      </p:sp>
    </p:spTree>
  </p:cSld>
  <p:clrMapOvr>
    <a:masterClrMapping/>
  </p:clrMapOvr>
  <p:transition spd="med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Слайд с графиком_f5f5f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2" name="Рисунок 6" descr="Рисунок 6"/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7366" y="1433630"/>
            <a:ext cx="7422865" cy="4401685"/>
          </a:xfrm>
          <a:prstGeom prst="rect">
            <a:avLst/>
          </a:prstGeom>
          <a:ln w="12700">
            <a:miter lim="400000"/>
          </a:ln>
        </p:spPr>
      </p:pic>
      <p:sp>
        <p:nvSpPr>
          <p:cNvPr id="323" name="Текст заголовка"/>
          <p:cNvSpPr txBox="1">
            <a:spLocks noGrp="1"/>
          </p:cNvSpPr>
          <p:nvPr>
            <p:ph type="title"/>
          </p:nvPr>
        </p:nvSpPr>
        <p:spPr>
          <a:xfrm>
            <a:off x="609600" y="92074"/>
            <a:ext cx="10972800" cy="1508126"/>
          </a:xfrm>
          <a:prstGeom prst="rect">
            <a:avLst/>
          </a:prstGeom>
        </p:spPr>
        <p:txBody>
          <a:bodyPr>
            <a:normAutofit/>
          </a:bodyPr>
          <a:lstStyle/>
          <a:p>
            <a:r>
              <a:t>Текст заголовка</a:t>
            </a:r>
          </a:p>
        </p:txBody>
      </p:sp>
      <p:sp>
        <p:nvSpPr>
          <p:cNvPr id="324" name="Уровень текста 1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9029697" y="2286825"/>
            <a:ext cx="1998666" cy="3206664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spcBef>
                <a:spcPts val="1200"/>
              </a:spcBef>
              <a:buSzTx/>
              <a:buFontTx/>
              <a:buNone/>
              <a:defRPr sz="1400">
                <a:solidFill>
                  <a:srgbClr val="323E48"/>
                </a:solidFill>
                <a:latin typeface="SB Sans Text Light"/>
                <a:ea typeface="SB Sans Text Light"/>
                <a:cs typeface="SB Sans Text Light"/>
                <a:sym typeface="SB Sans Text Light"/>
              </a:defRPr>
            </a:lvl1pPr>
            <a:lvl2pPr marL="590550" indent="-133350">
              <a:spcBef>
                <a:spcPts val="1200"/>
              </a:spcBef>
              <a:buFontTx/>
              <a:defRPr sz="1400">
                <a:solidFill>
                  <a:srgbClr val="323E48"/>
                </a:solidFill>
                <a:latin typeface="SB Sans Text Light"/>
                <a:ea typeface="SB Sans Text Light"/>
                <a:cs typeface="SB Sans Text Light"/>
                <a:sym typeface="SB Sans Text Light"/>
              </a:defRPr>
            </a:lvl2pPr>
            <a:lvl3pPr marL="1074419" indent="-160019">
              <a:spcBef>
                <a:spcPts val="1200"/>
              </a:spcBef>
              <a:buFontTx/>
              <a:defRPr sz="1400">
                <a:solidFill>
                  <a:srgbClr val="323E48"/>
                </a:solidFill>
                <a:latin typeface="SB Sans Text Light"/>
                <a:ea typeface="SB Sans Text Light"/>
                <a:cs typeface="SB Sans Text Light"/>
                <a:sym typeface="SB Sans Text Light"/>
              </a:defRPr>
            </a:lvl3pPr>
            <a:lvl4pPr marL="1549400" indent="-177800">
              <a:spcBef>
                <a:spcPts val="1200"/>
              </a:spcBef>
              <a:buFontTx/>
              <a:defRPr sz="1400">
                <a:solidFill>
                  <a:srgbClr val="323E48"/>
                </a:solidFill>
                <a:latin typeface="SB Sans Text Light"/>
                <a:ea typeface="SB Sans Text Light"/>
                <a:cs typeface="SB Sans Text Light"/>
                <a:sym typeface="SB Sans Text Light"/>
              </a:defRPr>
            </a:lvl4pPr>
            <a:lvl5pPr>
              <a:spcBef>
                <a:spcPts val="1200"/>
              </a:spcBef>
              <a:buFontTx/>
              <a:defRPr sz="1400">
                <a:solidFill>
                  <a:srgbClr val="323E48"/>
                </a:solidFill>
                <a:latin typeface="SB Sans Text Light"/>
                <a:ea typeface="SB Sans Text Light"/>
                <a:cs typeface="SB Sans Text Light"/>
                <a:sym typeface="SB Sans Text Light"/>
              </a:defRPr>
            </a:lvl5pPr>
          </a:lstStyle>
          <a:p>
            <a:r>
              <a:t>Edit Master text styles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325" name="Text Placeholder 9"/>
          <p:cNvSpPr>
            <a:spLocks noGrp="1"/>
          </p:cNvSpPr>
          <p:nvPr>
            <p:ph type="body" sz="quarter" idx="21" hasCustomPrompt="1"/>
          </p:nvPr>
        </p:nvSpPr>
        <p:spPr>
          <a:xfrm>
            <a:off x="9029700" y="1619817"/>
            <a:ext cx="1998665" cy="444674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spcBef>
                <a:spcPts val="0"/>
              </a:spcBef>
              <a:buSzTx/>
              <a:buFontTx/>
              <a:buNone/>
              <a:defRPr sz="2000">
                <a:solidFill>
                  <a:srgbClr val="323E48"/>
                </a:solidFill>
                <a:latin typeface="SB Sans Display"/>
                <a:ea typeface="SB Sans Display"/>
                <a:cs typeface="SB Sans Display"/>
                <a:sym typeface="SB Sans Display"/>
              </a:defRPr>
            </a:lvl1pPr>
          </a:lstStyle>
          <a:p>
            <a:r>
              <a:t>Edit Master text</a:t>
            </a:r>
          </a:p>
        </p:txBody>
      </p:sp>
      <p:sp>
        <p:nvSpPr>
          <p:cNvPr id="326" name="Номер слайда"/>
          <p:cNvSpPr txBox="1">
            <a:spLocks noGrp="1"/>
          </p:cNvSpPr>
          <p:nvPr>
            <p:ph type="sldNum" sz="quarter" idx="2"/>
          </p:nvPr>
        </p:nvSpPr>
        <p:spPr>
          <a:xfrm>
            <a:off x="7315200" y="6172200"/>
            <a:ext cx="2844800" cy="368301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  <p:sp>
        <p:nvSpPr>
          <p:cNvPr id="7" name="Овал 6">
            <a:extLst>
              <a:ext uri="{FF2B5EF4-FFF2-40B4-BE49-F238E27FC236}">
                <a16:creationId xmlns:a16="http://schemas.microsoft.com/office/drawing/2014/main" id="{AE047F20-50F9-3E4E-B385-C00FCBCA83E2}"/>
              </a:ext>
            </a:extLst>
          </p:cNvPr>
          <p:cNvSpPr/>
          <p:nvPr userDrawn="1"/>
        </p:nvSpPr>
        <p:spPr>
          <a:xfrm>
            <a:off x="2069486" y="-1438835"/>
            <a:ext cx="672353" cy="672353"/>
          </a:xfrm>
          <a:prstGeom prst="ellipse">
            <a:avLst/>
          </a:prstGeom>
          <a:solidFill>
            <a:srgbClr val="339189"/>
          </a:solidFill>
          <a:ln w="25400" cap="flat">
            <a:noFill/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ctr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 dirty="0">
              <a:ln>
                <a:noFill/>
              </a:ln>
              <a:solidFill>
                <a:srgbClr val="516170"/>
              </a:solidFill>
              <a:effectLst/>
              <a:uFillTx/>
              <a:latin typeface="+mn-lt"/>
              <a:ea typeface="+mn-ea"/>
              <a:cs typeface="+mn-cs"/>
              <a:sym typeface="Helvetica"/>
            </a:endParaRPr>
          </a:p>
        </p:txBody>
      </p:sp>
      <p:sp>
        <p:nvSpPr>
          <p:cNvPr id="8" name="Овал 7">
            <a:extLst>
              <a:ext uri="{FF2B5EF4-FFF2-40B4-BE49-F238E27FC236}">
                <a16:creationId xmlns:a16="http://schemas.microsoft.com/office/drawing/2014/main" id="{F51E8D7B-D74A-0C4C-B9EE-23F0A69893CD}"/>
              </a:ext>
            </a:extLst>
          </p:cNvPr>
          <p:cNvSpPr/>
          <p:nvPr userDrawn="1"/>
        </p:nvSpPr>
        <p:spPr>
          <a:xfrm>
            <a:off x="3907363" y="-1438835"/>
            <a:ext cx="672353" cy="672353"/>
          </a:xfrm>
          <a:prstGeom prst="ellipse">
            <a:avLst/>
          </a:prstGeom>
          <a:solidFill>
            <a:srgbClr val="333F48"/>
          </a:solidFill>
          <a:ln w="25400" cap="flat">
            <a:noFill/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ctr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>
              <a:ln>
                <a:noFill/>
              </a:ln>
              <a:solidFill>
                <a:srgbClr val="516170"/>
              </a:solidFill>
              <a:effectLst/>
              <a:uFillTx/>
              <a:latin typeface="+mn-lt"/>
              <a:ea typeface="+mn-ea"/>
              <a:cs typeface="+mn-cs"/>
              <a:sym typeface="Helvetica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9649443-4648-CA4E-A3E5-A2AB9766C457}"/>
              </a:ext>
            </a:extLst>
          </p:cNvPr>
          <p:cNvSpPr txBox="1"/>
          <p:nvPr userDrawn="1"/>
        </p:nvSpPr>
        <p:spPr>
          <a:xfrm>
            <a:off x="2874437" y="-1402298"/>
            <a:ext cx="1257726" cy="646327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t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Blue Chill</a:t>
            </a:r>
          </a:p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#</a:t>
            </a:r>
            <a:r>
              <a:rPr kumimoji="0" lang="ru-RU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339189</a:t>
            </a:r>
          </a:p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200" b="0" i="0" u="none" strike="noStrike" cap="none" spc="0" normalizeH="0" baseline="0" dirty="0">
              <a:ln>
                <a:noFill/>
              </a:ln>
              <a:solidFill>
                <a:srgbClr val="FFFFFF"/>
              </a:solidFill>
              <a:effectLst/>
              <a:uFillTx/>
              <a:latin typeface="SB Sans Display Light" panose="020B0303040504020204" pitchFamily="34" charset="0"/>
              <a:ea typeface="+mn-ea"/>
              <a:cs typeface="SB Sans Display Light" panose="020B0303040504020204" pitchFamily="34" charset="0"/>
              <a:sym typeface="Helvetica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9D91D95-39F8-6F40-AAC6-9031CE9B8351}"/>
              </a:ext>
            </a:extLst>
          </p:cNvPr>
          <p:cNvSpPr txBox="1"/>
          <p:nvPr userDrawn="1"/>
        </p:nvSpPr>
        <p:spPr>
          <a:xfrm>
            <a:off x="4669929" y="-1402298"/>
            <a:ext cx="1593391" cy="46166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t">
            <a:spAutoFit/>
          </a:bodyPr>
          <a:lstStyle/>
          <a:p>
            <a:r>
              <a:rPr kumimoji="0" lang="en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Graphite</a:t>
            </a:r>
          </a:p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#</a:t>
            </a:r>
            <a:r>
              <a:rPr kumimoji="0" lang="en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3</a:t>
            </a:r>
            <a:r>
              <a:rPr kumimoji="0" lang="ru-RU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3</a:t>
            </a:r>
            <a:r>
              <a:rPr kumimoji="0" lang="en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3F48</a:t>
            </a:r>
            <a:endParaRPr kumimoji="0" lang="ru-RU" sz="1200" b="0" i="0" u="none" strike="noStrike" cap="none" spc="0" normalizeH="0" baseline="0" dirty="0">
              <a:ln>
                <a:noFill/>
              </a:ln>
              <a:solidFill>
                <a:srgbClr val="FFFFFF"/>
              </a:solidFill>
              <a:effectLst/>
              <a:uFillTx/>
              <a:latin typeface="SB Sans Display Light" panose="020B0303040504020204" pitchFamily="34" charset="0"/>
              <a:ea typeface="+mn-ea"/>
              <a:cs typeface="SB Sans Display Light" panose="020B0303040504020204" pitchFamily="34" charset="0"/>
              <a:sym typeface="Helvetica"/>
            </a:endParaRPr>
          </a:p>
        </p:txBody>
      </p:sp>
      <p:sp>
        <p:nvSpPr>
          <p:cNvPr id="11" name="Овал 10">
            <a:extLst>
              <a:ext uri="{FF2B5EF4-FFF2-40B4-BE49-F238E27FC236}">
                <a16:creationId xmlns:a16="http://schemas.microsoft.com/office/drawing/2014/main" id="{BE1400E7-38A5-F04D-9270-FD3E4D610156}"/>
              </a:ext>
            </a:extLst>
          </p:cNvPr>
          <p:cNvSpPr/>
          <p:nvPr userDrawn="1"/>
        </p:nvSpPr>
        <p:spPr>
          <a:xfrm>
            <a:off x="-13957" y="-1438835"/>
            <a:ext cx="672353" cy="672353"/>
          </a:xfrm>
          <a:prstGeom prst="ellipse">
            <a:avLst/>
          </a:prstGeom>
          <a:solidFill>
            <a:srgbClr val="04766C"/>
          </a:solidFill>
          <a:ln w="25400" cap="flat">
            <a:noFill/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ctr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 dirty="0">
              <a:ln>
                <a:noFill/>
              </a:ln>
              <a:solidFill>
                <a:srgbClr val="516170"/>
              </a:solidFill>
              <a:effectLst/>
              <a:uFillTx/>
              <a:latin typeface="+mn-lt"/>
              <a:ea typeface="+mn-ea"/>
              <a:cs typeface="+mn-cs"/>
              <a:sym typeface="Helvetica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F724151-2CB6-D34F-A8D0-7F76D565E4C5}"/>
              </a:ext>
            </a:extLst>
          </p:cNvPr>
          <p:cNvSpPr txBox="1"/>
          <p:nvPr userDrawn="1"/>
        </p:nvSpPr>
        <p:spPr>
          <a:xfrm>
            <a:off x="790994" y="-1402298"/>
            <a:ext cx="1767011" cy="646327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t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Malachite Pro</a:t>
            </a:r>
          </a:p>
          <a:p>
            <a:r>
              <a:rPr kumimoji="0" lang="en-US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#</a:t>
            </a:r>
            <a:r>
              <a:rPr kumimoji="0" lang="en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00766C</a:t>
            </a:r>
          </a:p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200" b="0" i="0" u="none" strike="noStrike" cap="none" spc="0" normalizeH="0" baseline="0" dirty="0">
              <a:ln>
                <a:noFill/>
              </a:ln>
              <a:solidFill>
                <a:srgbClr val="FFFFFF"/>
              </a:solidFill>
              <a:effectLst/>
              <a:uFillTx/>
              <a:latin typeface="SB Sans Display Light" panose="020B0303040504020204" pitchFamily="34" charset="0"/>
              <a:ea typeface="+mn-ea"/>
              <a:cs typeface="SB Sans Display Light" panose="020B0303040504020204" pitchFamily="34" charset="0"/>
              <a:sym typeface="Helvetica"/>
            </a:endParaRPr>
          </a:p>
        </p:txBody>
      </p:sp>
      <p:sp>
        <p:nvSpPr>
          <p:cNvPr id="13" name="Овал 12">
            <a:extLst>
              <a:ext uri="{FF2B5EF4-FFF2-40B4-BE49-F238E27FC236}">
                <a16:creationId xmlns:a16="http://schemas.microsoft.com/office/drawing/2014/main" id="{2241C6C7-94E1-664C-ABCF-4DC3CDE3527C}"/>
              </a:ext>
            </a:extLst>
          </p:cNvPr>
          <p:cNvSpPr/>
          <p:nvPr userDrawn="1"/>
        </p:nvSpPr>
        <p:spPr>
          <a:xfrm>
            <a:off x="5642598" y="-1428324"/>
            <a:ext cx="672353" cy="672353"/>
          </a:xfrm>
          <a:prstGeom prst="ellipse">
            <a:avLst/>
          </a:prstGeom>
          <a:solidFill>
            <a:srgbClr val="EEF3FF"/>
          </a:solidFill>
          <a:ln w="25400" cap="flat">
            <a:noFill/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ctr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>
              <a:ln>
                <a:noFill/>
              </a:ln>
              <a:solidFill>
                <a:srgbClr val="516170"/>
              </a:solidFill>
              <a:effectLst/>
              <a:uFillTx/>
              <a:latin typeface="+mn-lt"/>
              <a:ea typeface="+mn-ea"/>
              <a:cs typeface="+mn-cs"/>
              <a:sym typeface="Helvetica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8BB850B-4DF5-EA40-BEBB-374F162BF245}"/>
              </a:ext>
            </a:extLst>
          </p:cNvPr>
          <p:cNvSpPr txBox="1"/>
          <p:nvPr userDrawn="1"/>
        </p:nvSpPr>
        <p:spPr>
          <a:xfrm>
            <a:off x="6439293" y="-1402298"/>
            <a:ext cx="1593391" cy="646327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t">
            <a:spAutoFit/>
          </a:bodyPr>
          <a:lstStyle/>
          <a:p>
            <a:r>
              <a:rPr kumimoji="0" lang="ru-RU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Снежный </a:t>
            </a:r>
            <a:r>
              <a:rPr kumimoji="0" lang="ru-RU" sz="1200" b="0" i="0" u="none" strike="noStrike" cap="none" spc="0" normalizeH="0" baseline="0" dirty="0" err="1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Сбер</a:t>
            </a:r>
            <a:endParaRPr kumimoji="0" lang="en" sz="1200" b="0" i="0" u="none" strike="noStrike" cap="none" spc="0" normalizeH="0" baseline="0" dirty="0">
              <a:ln>
                <a:noFill/>
              </a:ln>
              <a:solidFill>
                <a:srgbClr val="FFFFFF"/>
              </a:solidFill>
              <a:effectLst/>
              <a:uFillTx/>
              <a:latin typeface="SB Sans Display Light" panose="020B0303040504020204" pitchFamily="34" charset="0"/>
              <a:ea typeface="+mn-ea"/>
              <a:cs typeface="SB Sans Display Light" panose="020B0303040504020204" pitchFamily="34" charset="0"/>
              <a:sym typeface="Helvetica"/>
            </a:endParaRPr>
          </a:p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#</a:t>
            </a:r>
            <a:r>
              <a:rPr kumimoji="0" lang="en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EEF3FF</a:t>
            </a:r>
          </a:p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200" b="0" i="0" u="none" strike="noStrike" cap="none" spc="0" normalizeH="0" baseline="0" dirty="0">
              <a:ln>
                <a:noFill/>
              </a:ln>
              <a:solidFill>
                <a:srgbClr val="FFFFFF"/>
              </a:solidFill>
              <a:effectLst/>
              <a:uFillTx/>
              <a:latin typeface="SB Sans Display Light" panose="020B0303040504020204" pitchFamily="34" charset="0"/>
              <a:ea typeface="+mn-ea"/>
              <a:cs typeface="SB Sans Display Light" panose="020B0303040504020204" pitchFamily="34" charset="0"/>
              <a:sym typeface="Helvetica"/>
            </a:endParaRPr>
          </a:p>
        </p:txBody>
      </p:sp>
      <p:sp>
        <p:nvSpPr>
          <p:cNvPr id="15" name="Овал 14">
            <a:extLst>
              <a:ext uri="{FF2B5EF4-FFF2-40B4-BE49-F238E27FC236}">
                <a16:creationId xmlns:a16="http://schemas.microsoft.com/office/drawing/2014/main" id="{C8FD1CA5-C92A-364C-9017-8EF01C42B742}"/>
              </a:ext>
            </a:extLst>
          </p:cNvPr>
          <p:cNvSpPr/>
          <p:nvPr userDrawn="1"/>
        </p:nvSpPr>
        <p:spPr>
          <a:xfrm>
            <a:off x="7876512" y="-1428324"/>
            <a:ext cx="672353" cy="672353"/>
          </a:xfrm>
          <a:prstGeom prst="ellipse">
            <a:avLst/>
          </a:prstGeom>
          <a:solidFill>
            <a:srgbClr val="D6D4D4"/>
          </a:solidFill>
          <a:ln w="25400" cap="flat">
            <a:noFill/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ctr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>
              <a:ln>
                <a:noFill/>
              </a:ln>
              <a:solidFill>
                <a:srgbClr val="516170"/>
              </a:solidFill>
              <a:effectLst/>
              <a:uFillTx/>
              <a:latin typeface="+mn-lt"/>
              <a:ea typeface="+mn-ea"/>
              <a:cs typeface="+mn-cs"/>
              <a:sym typeface="Helvetica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844DDC3-BCED-E242-A751-24C3D77F220A}"/>
              </a:ext>
            </a:extLst>
          </p:cNvPr>
          <p:cNvSpPr txBox="1"/>
          <p:nvPr userDrawn="1"/>
        </p:nvSpPr>
        <p:spPr>
          <a:xfrm>
            <a:off x="8673207" y="-1402298"/>
            <a:ext cx="1593391" cy="646327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t">
            <a:spAutoFit/>
          </a:bodyPr>
          <a:lstStyle/>
          <a:p>
            <a:r>
              <a:rPr kumimoji="0" lang="ru-RU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Серый </a:t>
            </a:r>
            <a:r>
              <a:rPr kumimoji="0" lang="ru-RU" sz="1200" b="0" i="0" u="none" strike="noStrike" cap="none" spc="0" normalizeH="0" baseline="0" dirty="0" err="1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Сбер</a:t>
            </a:r>
            <a:endParaRPr kumimoji="0" lang="en" sz="1200" b="0" i="0" u="none" strike="noStrike" cap="none" spc="0" normalizeH="0" baseline="0" dirty="0">
              <a:ln>
                <a:noFill/>
              </a:ln>
              <a:solidFill>
                <a:srgbClr val="FFFFFF"/>
              </a:solidFill>
              <a:effectLst/>
              <a:uFillTx/>
              <a:latin typeface="SB Sans Display Light" panose="020B0303040504020204" pitchFamily="34" charset="0"/>
              <a:ea typeface="+mn-ea"/>
              <a:cs typeface="SB Sans Display Light" panose="020B0303040504020204" pitchFamily="34" charset="0"/>
              <a:sym typeface="Helvetica"/>
            </a:endParaRPr>
          </a:p>
          <a:p>
            <a:r>
              <a:rPr kumimoji="0" lang="en-US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#</a:t>
            </a:r>
            <a:r>
              <a:rPr kumimoji="0" lang="en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D6D4D4</a:t>
            </a:r>
          </a:p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200" b="0" i="0" u="none" strike="noStrike" cap="none" spc="0" normalizeH="0" baseline="0" dirty="0">
              <a:ln>
                <a:noFill/>
              </a:ln>
              <a:solidFill>
                <a:srgbClr val="FFFFFF"/>
              </a:solidFill>
              <a:effectLst/>
              <a:uFillTx/>
              <a:latin typeface="SB Sans Display Light" panose="020B0303040504020204" pitchFamily="34" charset="0"/>
              <a:ea typeface="+mn-ea"/>
              <a:cs typeface="SB Sans Display Light" panose="020B0303040504020204" pitchFamily="34" charset="0"/>
              <a:sym typeface="Helvetica"/>
            </a:endParaRPr>
          </a:p>
        </p:txBody>
      </p:sp>
      <p:sp>
        <p:nvSpPr>
          <p:cNvPr id="17" name="Овал 16">
            <a:extLst>
              <a:ext uri="{FF2B5EF4-FFF2-40B4-BE49-F238E27FC236}">
                <a16:creationId xmlns:a16="http://schemas.microsoft.com/office/drawing/2014/main" id="{EDDE37EE-8BEB-BA4F-9342-8E3A9B476967}"/>
              </a:ext>
            </a:extLst>
          </p:cNvPr>
          <p:cNvSpPr/>
          <p:nvPr userDrawn="1"/>
        </p:nvSpPr>
        <p:spPr>
          <a:xfrm>
            <a:off x="9983608" y="-1428324"/>
            <a:ext cx="672353" cy="672353"/>
          </a:xfrm>
          <a:prstGeom prst="ellipse">
            <a:avLst/>
          </a:prstGeom>
          <a:solidFill>
            <a:srgbClr val="516270"/>
          </a:solidFill>
          <a:ln w="25400" cap="flat">
            <a:noFill/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ctr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>
              <a:ln>
                <a:noFill/>
              </a:ln>
              <a:solidFill>
                <a:srgbClr val="516170"/>
              </a:solidFill>
              <a:effectLst/>
              <a:uFillTx/>
              <a:latin typeface="+mn-lt"/>
              <a:ea typeface="+mn-ea"/>
              <a:cs typeface="+mn-cs"/>
              <a:sym typeface="Helvetica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AA56E66-7747-1C4C-A6E2-66E11DC46BE6}"/>
              </a:ext>
            </a:extLst>
          </p:cNvPr>
          <p:cNvSpPr txBox="1"/>
          <p:nvPr userDrawn="1"/>
        </p:nvSpPr>
        <p:spPr>
          <a:xfrm>
            <a:off x="10780303" y="-1402298"/>
            <a:ext cx="1593391" cy="646327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t">
            <a:spAutoFit/>
          </a:bodyPr>
          <a:lstStyle/>
          <a:p>
            <a:r>
              <a:rPr kumimoji="0" lang="en-US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Graphite CIB #</a:t>
            </a:r>
            <a:r>
              <a:rPr kumimoji="0" lang="ru-RU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516270</a:t>
            </a:r>
          </a:p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200" b="0" i="0" u="none" strike="noStrike" cap="none" spc="0" normalizeH="0" baseline="0" dirty="0">
              <a:ln>
                <a:noFill/>
              </a:ln>
              <a:solidFill>
                <a:srgbClr val="FFFFFF"/>
              </a:solidFill>
              <a:effectLst/>
              <a:uFillTx/>
              <a:latin typeface="SB Sans Display Light" panose="020B0303040504020204" pitchFamily="34" charset="0"/>
              <a:ea typeface="+mn-ea"/>
              <a:cs typeface="SB Sans Display Light" panose="020B0303040504020204" pitchFamily="34" charset="0"/>
              <a:sym typeface="Helvetica"/>
            </a:endParaRPr>
          </a:p>
        </p:txBody>
      </p:sp>
      <p:sp>
        <p:nvSpPr>
          <p:cNvPr id="19" name="Овал 18">
            <a:extLst>
              <a:ext uri="{FF2B5EF4-FFF2-40B4-BE49-F238E27FC236}">
                <a16:creationId xmlns:a16="http://schemas.microsoft.com/office/drawing/2014/main" id="{85098B96-A4A9-D740-9109-F5E752E3475F}"/>
              </a:ext>
            </a:extLst>
          </p:cNvPr>
          <p:cNvSpPr/>
          <p:nvPr userDrawn="1"/>
        </p:nvSpPr>
        <p:spPr>
          <a:xfrm>
            <a:off x="12181377" y="-1428324"/>
            <a:ext cx="672353" cy="672353"/>
          </a:xfrm>
          <a:prstGeom prst="ellipse">
            <a:avLst/>
          </a:prstGeom>
          <a:solidFill>
            <a:srgbClr val="853990"/>
          </a:solidFill>
          <a:ln w="25400" cap="flat">
            <a:noFill/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ctr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>
              <a:ln>
                <a:noFill/>
              </a:ln>
              <a:solidFill>
                <a:srgbClr val="516170"/>
              </a:solidFill>
              <a:effectLst/>
              <a:uFillTx/>
              <a:latin typeface="+mn-lt"/>
              <a:ea typeface="+mn-ea"/>
              <a:cs typeface="+mn-cs"/>
              <a:sym typeface="Helvetica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4A7536C-8BC5-A34E-8147-26C097CA609E}"/>
              </a:ext>
            </a:extLst>
          </p:cNvPr>
          <p:cNvSpPr txBox="1"/>
          <p:nvPr userDrawn="1"/>
        </p:nvSpPr>
        <p:spPr>
          <a:xfrm>
            <a:off x="12978072" y="-1402298"/>
            <a:ext cx="1593391" cy="646327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t">
            <a:spAutoFit/>
          </a:bodyPr>
          <a:lstStyle/>
          <a:p>
            <a:r>
              <a:rPr kumimoji="0" lang="en-US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Vivid Violet</a:t>
            </a:r>
          </a:p>
          <a:p>
            <a:r>
              <a:rPr kumimoji="0" lang="en-US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#853A90</a:t>
            </a:r>
            <a:endParaRPr kumimoji="0" lang="ru-RU" sz="1200" b="0" i="0" u="none" strike="noStrike" cap="none" spc="0" normalizeH="0" baseline="0" dirty="0">
              <a:ln>
                <a:noFill/>
              </a:ln>
              <a:solidFill>
                <a:srgbClr val="FFFFFF"/>
              </a:solidFill>
              <a:effectLst/>
              <a:uFillTx/>
              <a:latin typeface="SB Sans Display Light" panose="020B0303040504020204" pitchFamily="34" charset="0"/>
              <a:ea typeface="+mn-ea"/>
              <a:cs typeface="SB Sans Display Light" panose="020B0303040504020204" pitchFamily="34" charset="0"/>
              <a:sym typeface="Helvetica"/>
            </a:endParaRPr>
          </a:p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200" b="0" i="0" u="none" strike="noStrike" cap="none" spc="0" normalizeH="0" baseline="0" dirty="0">
              <a:ln>
                <a:noFill/>
              </a:ln>
              <a:solidFill>
                <a:srgbClr val="FFFFFF"/>
              </a:solidFill>
              <a:effectLst/>
              <a:uFillTx/>
              <a:latin typeface="SB Sans Display Light" panose="020B0303040504020204" pitchFamily="34" charset="0"/>
              <a:ea typeface="+mn-ea"/>
              <a:cs typeface="SB Sans Display Light" panose="020B0303040504020204" pitchFamily="34" charset="0"/>
              <a:sym typeface="Helvetica"/>
            </a:endParaRPr>
          </a:p>
        </p:txBody>
      </p:sp>
    </p:spTree>
  </p:cSld>
  <p:clrMapOvr>
    <a:masterClrMapping/>
  </p:clrMapOvr>
  <p:transition spd="med"/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theme" Target="../theme/theme1.xml"/><Relationship Id="rId12" Type="http://schemas.openxmlformats.org/officeDocument/2006/relationships/image" Target="../media/image1.png"/><Relationship Id="rId13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rgbClr val="EBFFFD"/>
            </a:gs>
            <a:gs pos="74000">
              <a:srgbClr val="4FFFF0"/>
            </a:gs>
            <a:gs pos="83000">
              <a:srgbClr val="4FFFF0"/>
            </a:gs>
            <a:gs pos="100000">
              <a:srgbClr val="89FFF5"/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 descr="Object 2"/>
          <p:cNvPicPr>
            <a:picLocks noChangeAspect="1"/>
          </p:cNvPicPr>
          <p:nvPr/>
        </p:nvPicPr>
        <p:blipFill>
          <a:blip r:embed="rId1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63637" y="1496289"/>
            <a:ext cx="2337562" cy="4453661"/>
          </a:xfrm>
          <a:prstGeom prst="rect">
            <a:avLst/>
          </a:prstGeom>
          <a:ln w="12700">
            <a:miter lim="400000"/>
          </a:ln>
        </p:spPr>
      </p:pic>
      <p:pic>
        <p:nvPicPr>
          <p:cNvPr id="3" name="Object 3" descr="Object 3"/>
          <p:cNvPicPr>
            <a:picLocks noChangeAspect="1"/>
          </p:cNvPicPr>
          <p:nvPr/>
        </p:nvPicPr>
        <p:blipFill>
          <a:blip r:embed="rId1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672692" y="1496289"/>
            <a:ext cx="2337562" cy="4453661"/>
          </a:xfrm>
          <a:prstGeom prst="rect">
            <a:avLst/>
          </a:prstGeom>
          <a:ln w="12700">
            <a:miter lim="400000"/>
          </a:ln>
        </p:spPr>
      </p:pic>
      <p:pic>
        <p:nvPicPr>
          <p:cNvPr id="4" name="Object 4" descr="Object 4"/>
          <p:cNvPicPr>
            <a:picLocks noChangeAspect="1"/>
          </p:cNvPicPr>
          <p:nvPr/>
        </p:nvPicPr>
        <p:blipFill>
          <a:blip r:embed="rId1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181747" y="1496289"/>
            <a:ext cx="2337562" cy="4453661"/>
          </a:xfrm>
          <a:prstGeom prst="rect">
            <a:avLst/>
          </a:prstGeom>
          <a:ln w="12700">
            <a:miter lim="400000"/>
          </a:ln>
        </p:spPr>
      </p:pic>
      <p:pic>
        <p:nvPicPr>
          <p:cNvPr id="5" name="Object 5" descr="Object 5"/>
          <p:cNvPicPr>
            <a:picLocks noChangeAspect="1"/>
          </p:cNvPicPr>
          <p:nvPr/>
        </p:nvPicPr>
        <p:blipFill>
          <a:blip r:embed="rId1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690802" y="1496289"/>
            <a:ext cx="2337562" cy="4453661"/>
          </a:xfrm>
          <a:prstGeom prst="rect">
            <a:avLst/>
          </a:prstGeom>
          <a:ln w="12700">
            <a:miter lim="400000"/>
          </a:ln>
        </p:spPr>
      </p:pic>
      <p:pic>
        <p:nvPicPr>
          <p:cNvPr id="6" name="Object 3" descr="Object 3"/>
          <p:cNvPicPr>
            <a:picLocks noChangeAspect="1"/>
          </p:cNvPicPr>
          <p:nvPr/>
        </p:nvPicPr>
        <p:blipFill>
          <a:blip r:embed="rId1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26988" y="369715"/>
            <a:ext cx="1398333" cy="287510"/>
          </a:xfrm>
          <a:prstGeom prst="rect">
            <a:avLst/>
          </a:prstGeom>
          <a:ln w="12700">
            <a:miter lim="400000"/>
          </a:ln>
        </p:spPr>
      </p:pic>
      <p:sp>
        <p:nvSpPr>
          <p:cNvPr id="7" name="Текст заголовка"/>
          <p:cNvSpPr txBox="1">
            <a:spLocks noGrp="1"/>
          </p:cNvSpPr>
          <p:nvPr>
            <p:ph type="title"/>
          </p:nvPr>
        </p:nvSpPr>
        <p:spPr>
          <a:xfrm>
            <a:off x="609600" y="92074"/>
            <a:ext cx="10972800" cy="15081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 anchor="ctr"/>
          <a:lstStyle/>
          <a:p>
            <a:r>
              <a:t>Текст заголовка</a:t>
            </a:r>
          </a:p>
        </p:txBody>
      </p:sp>
      <p:sp>
        <p:nvSpPr>
          <p:cNvPr id="8" name="Уровень текста 1…"/>
          <p:cNvSpPr txBox="1">
            <a:spLocks noGrp="1"/>
          </p:cNvSpPr>
          <p:nvPr>
            <p:ph type="body" idx="1"/>
          </p:nvPr>
        </p:nvSpPr>
        <p:spPr>
          <a:xfrm>
            <a:off x="609600" y="1600200"/>
            <a:ext cx="10972800" cy="5257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/>
          <a:lstStyle/>
          <a:p>
            <a:r>
              <a:t>Уровень текста 1</a:t>
            </a:r>
          </a:p>
          <a:p>
            <a:pPr lvl="1"/>
            <a:r>
              <a:t>Уровень текста 2</a:t>
            </a:r>
          </a:p>
          <a:p>
            <a:pPr lvl="2"/>
            <a:r>
              <a:t>Уровень текста 3</a:t>
            </a:r>
          </a:p>
          <a:p>
            <a:pPr lvl="3"/>
            <a:r>
              <a:t>Уровень текста 4</a:t>
            </a:r>
          </a:p>
          <a:p>
            <a:pPr lvl="4"/>
            <a:r>
              <a:t>Уровень текста 5</a:t>
            </a:r>
          </a:p>
        </p:txBody>
      </p:sp>
      <p:sp>
        <p:nvSpPr>
          <p:cNvPr id="9" name="Номер слайда"/>
          <p:cNvSpPr txBox="1">
            <a:spLocks noGrp="1"/>
          </p:cNvSpPr>
          <p:nvPr>
            <p:ph type="sldNum" sz="quarter" idx="2"/>
          </p:nvPr>
        </p:nvSpPr>
        <p:spPr>
          <a:xfrm>
            <a:off x="11548740" y="6382360"/>
            <a:ext cx="373381" cy="19050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indent="177800" algn="ctr" defTabSz="359999">
              <a:tabLst>
                <a:tab pos="177800" algn="l"/>
              </a:tabLst>
              <a:defRPr sz="1200">
                <a:solidFill>
                  <a:srgbClr val="333F48"/>
                </a:solidFill>
                <a:latin typeface="SB Sans Text"/>
                <a:ea typeface="SB Sans Text"/>
                <a:cs typeface="SB Sans Text"/>
                <a:sym typeface="SB Sans Text"/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  <p:sp>
        <p:nvSpPr>
          <p:cNvPr id="10" name="Овал 9">
            <a:extLst>
              <a:ext uri="{FF2B5EF4-FFF2-40B4-BE49-F238E27FC236}">
                <a16:creationId xmlns:a16="http://schemas.microsoft.com/office/drawing/2014/main" id="{BF75CC64-8DFB-5F4D-9CB7-124B9A05C311}"/>
              </a:ext>
            </a:extLst>
          </p:cNvPr>
          <p:cNvSpPr/>
          <p:nvPr userDrawn="1"/>
        </p:nvSpPr>
        <p:spPr>
          <a:xfrm>
            <a:off x="2069486" y="-1438835"/>
            <a:ext cx="672353" cy="672353"/>
          </a:xfrm>
          <a:prstGeom prst="ellipse">
            <a:avLst/>
          </a:prstGeom>
          <a:solidFill>
            <a:srgbClr val="339189"/>
          </a:solidFill>
          <a:ln w="25400" cap="flat">
            <a:noFill/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ctr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 dirty="0">
              <a:ln>
                <a:noFill/>
              </a:ln>
              <a:solidFill>
                <a:srgbClr val="516170"/>
              </a:solidFill>
              <a:effectLst/>
              <a:uFillTx/>
              <a:latin typeface="+mn-lt"/>
              <a:ea typeface="+mn-ea"/>
              <a:cs typeface="+mn-cs"/>
              <a:sym typeface="Helvetica"/>
            </a:endParaRPr>
          </a:p>
        </p:txBody>
      </p:sp>
      <p:sp>
        <p:nvSpPr>
          <p:cNvPr id="11" name="Овал 10">
            <a:extLst>
              <a:ext uri="{FF2B5EF4-FFF2-40B4-BE49-F238E27FC236}">
                <a16:creationId xmlns:a16="http://schemas.microsoft.com/office/drawing/2014/main" id="{6258A071-5640-DE48-8C21-3F26A238CCEA}"/>
              </a:ext>
            </a:extLst>
          </p:cNvPr>
          <p:cNvSpPr/>
          <p:nvPr userDrawn="1"/>
        </p:nvSpPr>
        <p:spPr>
          <a:xfrm>
            <a:off x="3907363" y="-1438835"/>
            <a:ext cx="672353" cy="672353"/>
          </a:xfrm>
          <a:prstGeom prst="ellipse">
            <a:avLst/>
          </a:prstGeom>
          <a:solidFill>
            <a:srgbClr val="333F48"/>
          </a:solidFill>
          <a:ln w="25400" cap="flat">
            <a:noFill/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ctr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>
              <a:ln>
                <a:noFill/>
              </a:ln>
              <a:solidFill>
                <a:srgbClr val="516170"/>
              </a:solidFill>
              <a:effectLst/>
              <a:uFillTx/>
              <a:latin typeface="+mn-lt"/>
              <a:ea typeface="+mn-ea"/>
              <a:cs typeface="+mn-cs"/>
              <a:sym typeface="Helvetica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13FB761-3B28-AC42-9C59-6A45E006D18B}"/>
              </a:ext>
            </a:extLst>
          </p:cNvPr>
          <p:cNvSpPr txBox="1"/>
          <p:nvPr userDrawn="1"/>
        </p:nvSpPr>
        <p:spPr>
          <a:xfrm>
            <a:off x="2874437" y="-1402298"/>
            <a:ext cx="1257726" cy="646327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t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Blue Chill</a:t>
            </a:r>
          </a:p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#</a:t>
            </a:r>
            <a:r>
              <a:rPr kumimoji="0" lang="ru-RU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339189</a:t>
            </a:r>
          </a:p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200" b="0" i="0" u="none" strike="noStrike" cap="none" spc="0" normalizeH="0" baseline="0" dirty="0">
              <a:ln>
                <a:noFill/>
              </a:ln>
              <a:solidFill>
                <a:srgbClr val="FFFFFF"/>
              </a:solidFill>
              <a:effectLst/>
              <a:uFillTx/>
              <a:latin typeface="SB Sans Display Light" panose="020B0303040504020204" pitchFamily="34" charset="0"/>
              <a:ea typeface="+mn-ea"/>
              <a:cs typeface="SB Sans Display Light" panose="020B0303040504020204" pitchFamily="34" charset="0"/>
              <a:sym typeface="Helvetica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03C36F0-A888-CF4B-86DA-179875B3377F}"/>
              </a:ext>
            </a:extLst>
          </p:cNvPr>
          <p:cNvSpPr txBox="1"/>
          <p:nvPr userDrawn="1"/>
        </p:nvSpPr>
        <p:spPr>
          <a:xfrm>
            <a:off x="4669929" y="-1402298"/>
            <a:ext cx="1593391" cy="46166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t">
            <a:spAutoFit/>
          </a:bodyPr>
          <a:lstStyle/>
          <a:p>
            <a:r>
              <a:rPr kumimoji="0" lang="en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Graphite</a:t>
            </a:r>
          </a:p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#</a:t>
            </a:r>
            <a:r>
              <a:rPr kumimoji="0" lang="en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3</a:t>
            </a:r>
            <a:r>
              <a:rPr kumimoji="0" lang="ru-RU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3</a:t>
            </a:r>
            <a:r>
              <a:rPr kumimoji="0" lang="en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3F48</a:t>
            </a:r>
            <a:endParaRPr kumimoji="0" lang="ru-RU" sz="1200" b="0" i="0" u="none" strike="noStrike" cap="none" spc="0" normalizeH="0" baseline="0" dirty="0">
              <a:ln>
                <a:noFill/>
              </a:ln>
              <a:solidFill>
                <a:srgbClr val="FFFFFF"/>
              </a:solidFill>
              <a:effectLst/>
              <a:uFillTx/>
              <a:latin typeface="SB Sans Display Light" panose="020B0303040504020204" pitchFamily="34" charset="0"/>
              <a:ea typeface="+mn-ea"/>
              <a:cs typeface="SB Sans Display Light" panose="020B0303040504020204" pitchFamily="34" charset="0"/>
              <a:sym typeface="Helvetica"/>
            </a:endParaRPr>
          </a:p>
        </p:txBody>
      </p:sp>
      <p:sp>
        <p:nvSpPr>
          <p:cNvPr id="14" name="Овал 13">
            <a:extLst>
              <a:ext uri="{FF2B5EF4-FFF2-40B4-BE49-F238E27FC236}">
                <a16:creationId xmlns:a16="http://schemas.microsoft.com/office/drawing/2014/main" id="{72384853-D502-2D47-8165-D34EFCDA928C}"/>
              </a:ext>
            </a:extLst>
          </p:cNvPr>
          <p:cNvSpPr/>
          <p:nvPr userDrawn="1"/>
        </p:nvSpPr>
        <p:spPr>
          <a:xfrm>
            <a:off x="-13957" y="-1438835"/>
            <a:ext cx="672353" cy="672353"/>
          </a:xfrm>
          <a:prstGeom prst="ellipse">
            <a:avLst/>
          </a:prstGeom>
          <a:solidFill>
            <a:srgbClr val="04766C"/>
          </a:solidFill>
          <a:ln w="25400" cap="flat">
            <a:noFill/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ctr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 dirty="0">
              <a:ln>
                <a:noFill/>
              </a:ln>
              <a:solidFill>
                <a:srgbClr val="516170"/>
              </a:solidFill>
              <a:effectLst/>
              <a:uFillTx/>
              <a:latin typeface="+mn-lt"/>
              <a:ea typeface="+mn-ea"/>
              <a:cs typeface="+mn-cs"/>
              <a:sym typeface="Helvetica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D4E4B3F-2FBC-1846-BE25-E8315A93CC55}"/>
              </a:ext>
            </a:extLst>
          </p:cNvPr>
          <p:cNvSpPr txBox="1"/>
          <p:nvPr userDrawn="1"/>
        </p:nvSpPr>
        <p:spPr>
          <a:xfrm>
            <a:off x="790994" y="-1402298"/>
            <a:ext cx="1767011" cy="646327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t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Malachite Pro</a:t>
            </a:r>
          </a:p>
          <a:p>
            <a:r>
              <a:rPr kumimoji="0" lang="en-US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#</a:t>
            </a:r>
            <a:r>
              <a:rPr kumimoji="0" lang="en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00766C</a:t>
            </a:r>
          </a:p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200" b="0" i="0" u="none" strike="noStrike" cap="none" spc="0" normalizeH="0" baseline="0" dirty="0">
              <a:ln>
                <a:noFill/>
              </a:ln>
              <a:solidFill>
                <a:srgbClr val="FFFFFF"/>
              </a:solidFill>
              <a:effectLst/>
              <a:uFillTx/>
              <a:latin typeface="SB Sans Display Light" panose="020B0303040504020204" pitchFamily="34" charset="0"/>
              <a:ea typeface="+mn-ea"/>
              <a:cs typeface="SB Sans Display Light" panose="020B0303040504020204" pitchFamily="34" charset="0"/>
              <a:sym typeface="Helvetica"/>
            </a:endParaRPr>
          </a:p>
        </p:txBody>
      </p:sp>
      <p:sp>
        <p:nvSpPr>
          <p:cNvPr id="16" name="Овал 15">
            <a:extLst>
              <a:ext uri="{FF2B5EF4-FFF2-40B4-BE49-F238E27FC236}">
                <a16:creationId xmlns:a16="http://schemas.microsoft.com/office/drawing/2014/main" id="{EBEDD485-319E-294F-BEA3-EFA98949E7B2}"/>
              </a:ext>
            </a:extLst>
          </p:cNvPr>
          <p:cNvSpPr/>
          <p:nvPr userDrawn="1"/>
        </p:nvSpPr>
        <p:spPr>
          <a:xfrm>
            <a:off x="5642598" y="-1428324"/>
            <a:ext cx="672353" cy="672353"/>
          </a:xfrm>
          <a:prstGeom prst="ellipse">
            <a:avLst/>
          </a:prstGeom>
          <a:solidFill>
            <a:srgbClr val="EEF3FF"/>
          </a:solidFill>
          <a:ln w="25400" cap="flat">
            <a:noFill/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ctr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>
              <a:ln>
                <a:noFill/>
              </a:ln>
              <a:solidFill>
                <a:srgbClr val="516170"/>
              </a:solidFill>
              <a:effectLst/>
              <a:uFillTx/>
              <a:latin typeface="+mn-lt"/>
              <a:ea typeface="+mn-ea"/>
              <a:cs typeface="+mn-cs"/>
              <a:sym typeface="Helvetica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169E483-73A0-FC47-85B2-33F34933C33C}"/>
              </a:ext>
            </a:extLst>
          </p:cNvPr>
          <p:cNvSpPr txBox="1"/>
          <p:nvPr userDrawn="1"/>
        </p:nvSpPr>
        <p:spPr>
          <a:xfrm>
            <a:off x="6439293" y="-1402298"/>
            <a:ext cx="1593391" cy="646327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t">
            <a:spAutoFit/>
          </a:bodyPr>
          <a:lstStyle/>
          <a:p>
            <a:r>
              <a:rPr kumimoji="0" lang="ru-RU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Снежный </a:t>
            </a:r>
            <a:r>
              <a:rPr kumimoji="0" lang="ru-RU" sz="1200" b="0" i="0" u="none" strike="noStrike" cap="none" spc="0" normalizeH="0" baseline="0" dirty="0" err="1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Сбер</a:t>
            </a:r>
            <a:endParaRPr kumimoji="0" lang="en" sz="1200" b="0" i="0" u="none" strike="noStrike" cap="none" spc="0" normalizeH="0" baseline="0" dirty="0">
              <a:ln>
                <a:noFill/>
              </a:ln>
              <a:solidFill>
                <a:srgbClr val="FFFFFF"/>
              </a:solidFill>
              <a:effectLst/>
              <a:uFillTx/>
              <a:latin typeface="SB Sans Display Light" panose="020B0303040504020204" pitchFamily="34" charset="0"/>
              <a:ea typeface="+mn-ea"/>
              <a:cs typeface="SB Sans Display Light" panose="020B0303040504020204" pitchFamily="34" charset="0"/>
              <a:sym typeface="Helvetica"/>
            </a:endParaRPr>
          </a:p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#</a:t>
            </a:r>
            <a:r>
              <a:rPr kumimoji="0" lang="en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EEF3FF</a:t>
            </a:r>
          </a:p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200" b="0" i="0" u="none" strike="noStrike" cap="none" spc="0" normalizeH="0" baseline="0" dirty="0">
              <a:ln>
                <a:noFill/>
              </a:ln>
              <a:solidFill>
                <a:srgbClr val="FFFFFF"/>
              </a:solidFill>
              <a:effectLst/>
              <a:uFillTx/>
              <a:latin typeface="SB Sans Display Light" panose="020B0303040504020204" pitchFamily="34" charset="0"/>
              <a:ea typeface="+mn-ea"/>
              <a:cs typeface="SB Sans Display Light" panose="020B0303040504020204" pitchFamily="34" charset="0"/>
              <a:sym typeface="Helvetica"/>
            </a:endParaRPr>
          </a:p>
        </p:txBody>
      </p:sp>
      <p:sp>
        <p:nvSpPr>
          <p:cNvPr id="18" name="Овал 17">
            <a:extLst>
              <a:ext uri="{FF2B5EF4-FFF2-40B4-BE49-F238E27FC236}">
                <a16:creationId xmlns:a16="http://schemas.microsoft.com/office/drawing/2014/main" id="{7D43AC27-D524-9643-B00E-B50798967D16}"/>
              </a:ext>
            </a:extLst>
          </p:cNvPr>
          <p:cNvSpPr/>
          <p:nvPr userDrawn="1"/>
        </p:nvSpPr>
        <p:spPr>
          <a:xfrm>
            <a:off x="7876512" y="-1428324"/>
            <a:ext cx="672353" cy="672353"/>
          </a:xfrm>
          <a:prstGeom prst="ellipse">
            <a:avLst/>
          </a:prstGeom>
          <a:solidFill>
            <a:srgbClr val="D6D4D4"/>
          </a:solidFill>
          <a:ln w="25400" cap="flat">
            <a:noFill/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ctr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>
              <a:ln>
                <a:noFill/>
              </a:ln>
              <a:solidFill>
                <a:srgbClr val="516170"/>
              </a:solidFill>
              <a:effectLst/>
              <a:uFillTx/>
              <a:latin typeface="+mn-lt"/>
              <a:ea typeface="+mn-ea"/>
              <a:cs typeface="+mn-cs"/>
              <a:sym typeface="Helvetica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FC43376-E40D-D744-9910-869FF6248799}"/>
              </a:ext>
            </a:extLst>
          </p:cNvPr>
          <p:cNvSpPr txBox="1"/>
          <p:nvPr userDrawn="1"/>
        </p:nvSpPr>
        <p:spPr>
          <a:xfrm>
            <a:off x="8673207" y="-1402298"/>
            <a:ext cx="1593391" cy="646327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t">
            <a:spAutoFit/>
          </a:bodyPr>
          <a:lstStyle/>
          <a:p>
            <a:r>
              <a:rPr kumimoji="0" lang="ru-RU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Серый </a:t>
            </a:r>
            <a:r>
              <a:rPr kumimoji="0" lang="ru-RU" sz="1200" b="0" i="0" u="none" strike="noStrike" cap="none" spc="0" normalizeH="0" baseline="0" dirty="0" err="1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Сбер</a:t>
            </a:r>
            <a:endParaRPr kumimoji="0" lang="en" sz="1200" b="0" i="0" u="none" strike="noStrike" cap="none" spc="0" normalizeH="0" baseline="0" dirty="0">
              <a:ln>
                <a:noFill/>
              </a:ln>
              <a:solidFill>
                <a:srgbClr val="FFFFFF"/>
              </a:solidFill>
              <a:effectLst/>
              <a:uFillTx/>
              <a:latin typeface="SB Sans Display Light" panose="020B0303040504020204" pitchFamily="34" charset="0"/>
              <a:ea typeface="+mn-ea"/>
              <a:cs typeface="SB Sans Display Light" panose="020B0303040504020204" pitchFamily="34" charset="0"/>
              <a:sym typeface="Helvetica"/>
            </a:endParaRPr>
          </a:p>
          <a:p>
            <a:r>
              <a:rPr kumimoji="0" lang="en-US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#</a:t>
            </a:r>
            <a:r>
              <a:rPr kumimoji="0" lang="en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D6D4D4</a:t>
            </a:r>
          </a:p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200" b="0" i="0" u="none" strike="noStrike" cap="none" spc="0" normalizeH="0" baseline="0" dirty="0">
              <a:ln>
                <a:noFill/>
              </a:ln>
              <a:solidFill>
                <a:srgbClr val="FFFFFF"/>
              </a:solidFill>
              <a:effectLst/>
              <a:uFillTx/>
              <a:latin typeface="SB Sans Display Light" panose="020B0303040504020204" pitchFamily="34" charset="0"/>
              <a:ea typeface="+mn-ea"/>
              <a:cs typeface="SB Sans Display Light" panose="020B0303040504020204" pitchFamily="34" charset="0"/>
              <a:sym typeface="Helvetica"/>
            </a:endParaRPr>
          </a:p>
        </p:txBody>
      </p:sp>
      <p:sp>
        <p:nvSpPr>
          <p:cNvPr id="20" name="Овал 19">
            <a:extLst>
              <a:ext uri="{FF2B5EF4-FFF2-40B4-BE49-F238E27FC236}">
                <a16:creationId xmlns:a16="http://schemas.microsoft.com/office/drawing/2014/main" id="{859FCE79-0CB4-EB41-A0F6-C8D09CA20C24}"/>
              </a:ext>
            </a:extLst>
          </p:cNvPr>
          <p:cNvSpPr/>
          <p:nvPr userDrawn="1"/>
        </p:nvSpPr>
        <p:spPr>
          <a:xfrm>
            <a:off x="9983608" y="-1428324"/>
            <a:ext cx="672353" cy="672353"/>
          </a:xfrm>
          <a:prstGeom prst="ellipse">
            <a:avLst/>
          </a:prstGeom>
          <a:solidFill>
            <a:srgbClr val="516270"/>
          </a:solidFill>
          <a:ln w="25400" cap="flat">
            <a:noFill/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ctr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>
              <a:ln>
                <a:noFill/>
              </a:ln>
              <a:solidFill>
                <a:srgbClr val="516170"/>
              </a:solidFill>
              <a:effectLst/>
              <a:uFillTx/>
              <a:latin typeface="+mn-lt"/>
              <a:ea typeface="+mn-ea"/>
              <a:cs typeface="+mn-cs"/>
              <a:sym typeface="Helvetica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F8058DA-F40C-0042-AA21-424DEBB3D805}"/>
              </a:ext>
            </a:extLst>
          </p:cNvPr>
          <p:cNvSpPr txBox="1"/>
          <p:nvPr userDrawn="1"/>
        </p:nvSpPr>
        <p:spPr>
          <a:xfrm>
            <a:off x="10780303" y="-1402298"/>
            <a:ext cx="1593391" cy="646327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t">
            <a:spAutoFit/>
          </a:bodyPr>
          <a:lstStyle/>
          <a:p>
            <a:r>
              <a:rPr kumimoji="0" lang="en-US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Graphite CIB #</a:t>
            </a:r>
            <a:r>
              <a:rPr kumimoji="0" lang="ru-RU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516270</a:t>
            </a:r>
          </a:p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200" b="0" i="0" u="none" strike="noStrike" cap="none" spc="0" normalizeH="0" baseline="0" dirty="0">
              <a:ln>
                <a:noFill/>
              </a:ln>
              <a:solidFill>
                <a:srgbClr val="FFFFFF"/>
              </a:solidFill>
              <a:effectLst/>
              <a:uFillTx/>
              <a:latin typeface="SB Sans Display Light" panose="020B0303040504020204" pitchFamily="34" charset="0"/>
              <a:ea typeface="+mn-ea"/>
              <a:cs typeface="SB Sans Display Light" panose="020B0303040504020204" pitchFamily="34" charset="0"/>
              <a:sym typeface="Helvetica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3" r:id="rId1"/>
    <p:sldLayoutId id="2147483654" r:id="rId2"/>
    <p:sldLayoutId id="2147483661" r:id="rId3"/>
    <p:sldLayoutId id="2147483675" r:id="rId4"/>
    <p:sldLayoutId id="2147483662" r:id="rId5"/>
    <p:sldLayoutId id="2147483663" r:id="rId6"/>
    <p:sldLayoutId id="2147483664" r:id="rId7"/>
    <p:sldLayoutId id="2147483665" r:id="rId8"/>
    <p:sldLayoutId id="2147483669" r:id="rId9"/>
    <p:sldLayoutId id="2147483674" r:id="rId10"/>
  </p:sldLayoutIdLst>
  <p:transition spd="med"/>
  <p:txStyles>
    <p:titleStyle>
      <a:lvl1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000" b="0" i="0" u="none" strike="noStrike" cap="none" spc="0" baseline="0">
          <a:solidFill>
            <a:srgbClr val="516170"/>
          </a:solidFill>
          <a:uFillTx/>
          <a:latin typeface="SB Sans Display"/>
          <a:ea typeface="SB Sans Display"/>
          <a:cs typeface="SB Sans Display"/>
          <a:sym typeface="SB Sans Display"/>
        </a:defRPr>
      </a:lvl1pPr>
      <a:lvl2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000" b="0" i="0" u="none" strike="noStrike" cap="none" spc="0" baseline="0">
          <a:solidFill>
            <a:srgbClr val="516170"/>
          </a:solidFill>
          <a:uFillTx/>
          <a:latin typeface="SB Sans Display"/>
          <a:ea typeface="SB Sans Display"/>
          <a:cs typeface="SB Sans Display"/>
          <a:sym typeface="SB Sans Display"/>
        </a:defRPr>
      </a:lvl2pPr>
      <a:lvl3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000" b="0" i="0" u="none" strike="noStrike" cap="none" spc="0" baseline="0">
          <a:solidFill>
            <a:srgbClr val="516170"/>
          </a:solidFill>
          <a:uFillTx/>
          <a:latin typeface="SB Sans Display"/>
          <a:ea typeface="SB Sans Display"/>
          <a:cs typeface="SB Sans Display"/>
          <a:sym typeface="SB Sans Display"/>
        </a:defRPr>
      </a:lvl3pPr>
      <a:lvl4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000" b="0" i="0" u="none" strike="noStrike" cap="none" spc="0" baseline="0">
          <a:solidFill>
            <a:srgbClr val="516170"/>
          </a:solidFill>
          <a:uFillTx/>
          <a:latin typeface="SB Sans Display"/>
          <a:ea typeface="SB Sans Display"/>
          <a:cs typeface="SB Sans Display"/>
          <a:sym typeface="SB Sans Display"/>
        </a:defRPr>
      </a:lvl4pPr>
      <a:lvl5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000" b="0" i="0" u="none" strike="noStrike" cap="none" spc="0" baseline="0">
          <a:solidFill>
            <a:srgbClr val="516170"/>
          </a:solidFill>
          <a:uFillTx/>
          <a:latin typeface="SB Sans Display"/>
          <a:ea typeface="SB Sans Display"/>
          <a:cs typeface="SB Sans Display"/>
          <a:sym typeface="SB Sans Display"/>
        </a:defRPr>
      </a:lvl5pPr>
      <a:lvl6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000" b="0" i="0" u="none" strike="noStrike" cap="none" spc="0" baseline="0">
          <a:solidFill>
            <a:srgbClr val="516170"/>
          </a:solidFill>
          <a:uFillTx/>
          <a:latin typeface="SB Sans Display"/>
          <a:ea typeface="SB Sans Display"/>
          <a:cs typeface="SB Sans Display"/>
          <a:sym typeface="SB Sans Display"/>
        </a:defRPr>
      </a:lvl6pPr>
      <a:lvl7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000" b="0" i="0" u="none" strike="noStrike" cap="none" spc="0" baseline="0">
          <a:solidFill>
            <a:srgbClr val="516170"/>
          </a:solidFill>
          <a:uFillTx/>
          <a:latin typeface="SB Sans Display"/>
          <a:ea typeface="SB Sans Display"/>
          <a:cs typeface="SB Sans Display"/>
          <a:sym typeface="SB Sans Display"/>
        </a:defRPr>
      </a:lvl7pPr>
      <a:lvl8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000" b="0" i="0" u="none" strike="noStrike" cap="none" spc="0" baseline="0">
          <a:solidFill>
            <a:srgbClr val="516170"/>
          </a:solidFill>
          <a:uFillTx/>
          <a:latin typeface="SB Sans Display"/>
          <a:ea typeface="SB Sans Display"/>
          <a:cs typeface="SB Sans Display"/>
          <a:sym typeface="SB Sans Display"/>
        </a:defRPr>
      </a:lvl8pPr>
      <a:lvl9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000" b="0" i="0" u="none" strike="noStrike" cap="none" spc="0" baseline="0">
          <a:solidFill>
            <a:srgbClr val="516170"/>
          </a:solidFill>
          <a:uFillTx/>
          <a:latin typeface="SB Sans Display"/>
          <a:ea typeface="SB Sans Display"/>
          <a:cs typeface="SB Sans Display"/>
          <a:sym typeface="SB Sans Display"/>
        </a:defRPr>
      </a:lvl9pPr>
    </p:titleStyle>
    <p:bodyStyle>
      <a:lvl1pPr marL="228600" marR="0" indent="-228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sz="2800" b="0" i="0" u="none" strike="noStrike" cap="none" spc="0" baseline="0">
          <a:solidFill>
            <a:srgbClr val="516170"/>
          </a:solidFill>
          <a:uFillTx/>
          <a:latin typeface="SB Sans Text"/>
          <a:ea typeface="SB Sans Text"/>
          <a:cs typeface="SB Sans Text"/>
          <a:sym typeface="SB Sans Text"/>
        </a:defRPr>
      </a:lvl1pPr>
      <a:lvl2pPr marL="723900" marR="0" indent="-2667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sz="2800" b="0" i="0" u="none" strike="noStrike" cap="none" spc="0" baseline="0">
          <a:solidFill>
            <a:srgbClr val="516170"/>
          </a:solidFill>
          <a:uFillTx/>
          <a:latin typeface="SB Sans Text"/>
          <a:ea typeface="SB Sans Text"/>
          <a:cs typeface="SB Sans Text"/>
          <a:sym typeface="SB Sans Text"/>
        </a:defRPr>
      </a:lvl2pPr>
      <a:lvl3pPr marL="1234438" marR="0" indent="-320038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sz="2800" b="0" i="0" u="none" strike="noStrike" cap="none" spc="0" baseline="0">
          <a:solidFill>
            <a:srgbClr val="516170"/>
          </a:solidFill>
          <a:uFillTx/>
          <a:latin typeface="SB Sans Text"/>
          <a:ea typeface="SB Sans Text"/>
          <a:cs typeface="SB Sans Text"/>
          <a:sym typeface="SB Sans Text"/>
        </a:defRPr>
      </a:lvl3pPr>
      <a:lvl4pPr marL="17272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sz="2800" b="0" i="0" u="none" strike="noStrike" cap="none" spc="0" baseline="0">
          <a:solidFill>
            <a:srgbClr val="516170"/>
          </a:solidFill>
          <a:uFillTx/>
          <a:latin typeface="SB Sans Text"/>
          <a:ea typeface="SB Sans Text"/>
          <a:cs typeface="SB Sans Text"/>
          <a:sym typeface="SB Sans Text"/>
        </a:defRPr>
      </a:lvl4pPr>
      <a:lvl5pPr marL="0" marR="0" indent="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Tx/>
        <a:buFont typeface="Arial"/>
        <a:buNone/>
        <a:tabLst/>
        <a:defRPr sz="2800" b="0" i="0" u="none" strike="noStrike" cap="none" spc="0" baseline="0">
          <a:solidFill>
            <a:srgbClr val="516170"/>
          </a:solidFill>
          <a:uFillTx/>
          <a:latin typeface="SB Sans Text"/>
          <a:ea typeface="SB Sans Text"/>
          <a:cs typeface="SB Sans Text"/>
          <a:sym typeface="SB Sans Text"/>
        </a:defRPr>
      </a:lvl5pPr>
      <a:lvl6pPr marL="26416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sz="2800" b="0" i="0" u="none" strike="noStrike" cap="none" spc="0" baseline="0">
          <a:solidFill>
            <a:srgbClr val="516170"/>
          </a:solidFill>
          <a:uFillTx/>
          <a:latin typeface="SB Sans Text"/>
          <a:ea typeface="SB Sans Text"/>
          <a:cs typeface="SB Sans Text"/>
          <a:sym typeface="SB Sans Text"/>
        </a:defRPr>
      </a:lvl6pPr>
      <a:lvl7pPr marL="30988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sz="2800" b="0" i="0" u="none" strike="noStrike" cap="none" spc="0" baseline="0">
          <a:solidFill>
            <a:srgbClr val="516170"/>
          </a:solidFill>
          <a:uFillTx/>
          <a:latin typeface="SB Sans Text"/>
          <a:ea typeface="SB Sans Text"/>
          <a:cs typeface="SB Sans Text"/>
          <a:sym typeface="SB Sans Text"/>
        </a:defRPr>
      </a:lvl7pPr>
      <a:lvl8pPr marL="35560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sz="2800" b="0" i="0" u="none" strike="noStrike" cap="none" spc="0" baseline="0">
          <a:solidFill>
            <a:srgbClr val="516170"/>
          </a:solidFill>
          <a:uFillTx/>
          <a:latin typeface="SB Sans Text"/>
          <a:ea typeface="SB Sans Text"/>
          <a:cs typeface="SB Sans Text"/>
          <a:sym typeface="SB Sans Text"/>
        </a:defRPr>
      </a:lvl8pPr>
      <a:lvl9pPr marL="40132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sz="2800" b="0" i="0" u="none" strike="noStrike" cap="none" spc="0" baseline="0">
          <a:solidFill>
            <a:srgbClr val="516170"/>
          </a:solidFill>
          <a:uFillTx/>
          <a:latin typeface="SB Sans Text"/>
          <a:ea typeface="SB Sans Text"/>
          <a:cs typeface="SB Sans Text"/>
          <a:sym typeface="SB Sans Text"/>
        </a:defRPr>
      </a:lvl9pPr>
    </p:bodyStyle>
    <p:otherStyle>
      <a:lvl1pPr marL="0" marR="0" indent="177800" algn="ctr" defTabSz="359999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>
          <a:tab pos="177800" algn="l"/>
        </a:tabLst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SB Sans Text"/>
        </a:defRPr>
      </a:lvl1pPr>
      <a:lvl2pPr marL="0" marR="0" indent="177800" algn="ctr" defTabSz="359999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>
          <a:tab pos="177800" algn="l"/>
        </a:tabLst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SB Sans Text"/>
        </a:defRPr>
      </a:lvl2pPr>
      <a:lvl3pPr marL="0" marR="0" indent="177800" algn="ctr" defTabSz="359999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>
          <a:tab pos="177800" algn="l"/>
        </a:tabLst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SB Sans Text"/>
        </a:defRPr>
      </a:lvl3pPr>
      <a:lvl4pPr marL="0" marR="0" indent="177800" algn="ctr" defTabSz="359999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>
          <a:tab pos="177800" algn="l"/>
        </a:tabLst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SB Sans Text"/>
        </a:defRPr>
      </a:lvl4pPr>
      <a:lvl5pPr marL="0" marR="0" indent="177800" algn="ctr" defTabSz="359999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>
          <a:tab pos="177800" algn="l"/>
        </a:tabLst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SB Sans Text"/>
        </a:defRPr>
      </a:lvl5pPr>
      <a:lvl6pPr marL="0" marR="0" indent="177800" algn="ctr" defTabSz="359999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>
          <a:tab pos="177800" algn="l"/>
        </a:tabLst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SB Sans Text"/>
        </a:defRPr>
      </a:lvl6pPr>
      <a:lvl7pPr marL="0" marR="0" indent="177800" algn="ctr" defTabSz="359999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>
          <a:tab pos="177800" algn="l"/>
        </a:tabLst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SB Sans Text"/>
        </a:defRPr>
      </a:lvl7pPr>
      <a:lvl8pPr marL="0" marR="0" indent="177800" algn="ctr" defTabSz="359999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>
          <a:tab pos="177800" algn="l"/>
        </a:tabLst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SB Sans Text"/>
        </a:defRPr>
      </a:lvl8pPr>
      <a:lvl9pPr marL="0" marR="0" indent="177800" algn="ctr" defTabSz="359999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>
          <a:tab pos="177800" algn="l"/>
        </a:tabLst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SB Sans Text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5.jpeg"/><Relationship Id="rId4" Type="http://schemas.openxmlformats.org/officeDocument/2006/relationships/image" Target="../media/image2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5.jpeg"/><Relationship Id="rId3" Type="http://schemas.openxmlformats.org/officeDocument/2006/relationships/notesSlide" Target="../notesSlides/notesSlide1.xml"/><Relationship Id="rId4" Type="http://schemas.openxmlformats.org/officeDocument/2006/relationships/image" Target="../media/image2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8.png"/><Relationship Id="rId3" Type="http://schemas.openxmlformats.org/officeDocument/2006/relationships/image" Target="../media/image7.jpe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2.png"/><Relationship Id="rId3" Type="http://schemas.openxmlformats.org/officeDocument/2006/relationships/image" Target="../media/image31.png"/><Relationship Id="rId4" Type="http://schemas.openxmlformats.org/officeDocument/2006/relationships/image" Target="../media/image35.png"/><Relationship Id="rId5" Type="http://schemas.openxmlformats.org/officeDocument/2006/relationships/image" Target="../media/image34.png"/><Relationship Id="rId6" Type="http://schemas.openxmlformats.org/officeDocument/2006/relationships/image" Target="../media/image33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2.png"/><Relationship Id="rId3" Type="http://schemas.openxmlformats.org/officeDocument/2006/relationships/image" Target="../media/image31.png"/><Relationship Id="rId4" Type="http://schemas.openxmlformats.org/officeDocument/2006/relationships/image" Target="../media/image35.png"/><Relationship Id="rId5" Type="http://schemas.openxmlformats.org/officeDocument/2006/relationships/image" Target="../media/image34.png"/><Relationship Id="rId6" Type="http://schemas.openxmlformats.org/officeDocument/2006/relationships/image" Target="../media/image33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8.png"/><Relationship Id="rId3" Type="http://schemas.openxmlformats.org/officeDocument/2006/relationships/image" Target="../media/image7.jpe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5.jpeg"/><Relationship Id="rId3" Type="http://schemas.openxmlformats.org/officeDocument/2006/relationships/notesSlide" Target="../notesSlides/notesSlide1.xml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B3FD0DC7-A0AA-8E46-A52B-B44F27D857EB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3218219" y="0"/>
            <a:ext cx="8973782" cy="6879759"/>
          </a:xfrm>
          <a:prstGeom prst="rect">
            <a:avLst/>
          </a:prstGeom>
        </p:spPr>
      </p:pic>
      <p:sp>
        <p:nvSpPr>
          <p:cNvPr id="8" name="Прямоугольник">
            <a:extLst>
              <a:ext uri="{FF2B5EF4-FFF2-40B4-BE49-F238E27FC236}">
                <a16:creationId xmlns:a16="http://schemas.microsoft.com/office/drawing/2014/main" id="{38AF4049-ECF2-3C44-9AF4-FCFEAD35A479}"/>
              </a:ext>
            </a:extLst>
          </p:cNvPr>
          <p:cNvSpPr/>
          <p:nvPr/>
        </p:nvSpPr>
        <p:spPr>
          <a:xfrm>
            <a:off x="-1086567" y="-3420818"/>
            <a:ext cx="9469284" cy="15808703"/>
          </a:xfrm>
          <a:prstGeom prst="rect">
            <a:avLst/>
          </a:prstGeom>
          <a:gradFill>
            <a:gsLst>
              <a:gs pos="50843">
                <a:srgbClr val="FFFFFF"/>
              </a:gs>
              <a:gs pos="78055">
                <a:srgbClr val="FFFFFF">
                  <a:alpha val="50000"/>
                </a:srgbClr>
              </a:gs>
              <a:gs pos="100000">
                <a:srgbClr val="FFFFFF">
                  <a:alpha val="0"/>
                </a:srgbClr>
              </a:gs>
            </a:gsLst>
            <a:path>
              <a:fillToRect l="-4239" t="49577" r="104239" b="50422"/>
            </a:path>
          </a:gra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376" name="Text Placeholder 3"/>
          <p:cNvSpPr txBox="1"/>
          <p:nvPr/>
        </p:nvSpPr>
        <p:spPr>
          <a:xfrm>
            <a:off x="1708231" y="4782396"/>
            <a:ext cx="2106506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359999">
              <a:defRPr sz="1400">
                <a:solidFill>
                  <a:srgbClr val="FFFFFF"/>
                </a:solidFill>
                <a:latin typeface="SB Sans Text Light"/>
                <a:ea typeface="SB Sans Text Light"/>
                <a:cs typeface="SB Sans Text Light"/>
                <a:sym typeface="SB Sans Text Light"/>
              </a:defRPr>
            </a:lvl1pPr>
          </a:lstStyle>
          <a:p>
            <a:r>
              <a:t>2/06/2021</a:t>
            </a:r>
          </a:p>
        </p:txBody>
      </p:sp>
      <p:pic>
        <p:nvPicPr>
          <p:cNvPr id="378" name="Object 3" descr="Object 3"/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63637" y="668326"/>
            <a:ext cx="1495481" cy="307484"/>
          </a:xfrm>
          <a:prstGeom prst="rect">
            <a:avLst/>
          </a:prstGeom>
          <a:ln w="12700">
            <a:miter lim="400000"/>
          </a:ln>
        </p:spPr>
      </p:pic>
      <p:sp>
        <p:nvSpPr>
          <p:cNvPr id="379" name="Text Placeholder 3"/>
          <p:cNvSpPr txBox="1"/>
          <p:nvPr/>
        </p:nvSpPr>
        <p:spPr>
          <a:xfrm>
            <a:off x="1163637" y="5798021"/>
            <a:ext cx="4968876" cy="2154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0" tIns="0" rIns="0" bIns="0" anchor="b">
            <a:spAutoFit/>
          </a:bodyPr>
          <a:lstStyle>
            <a:lvl1pPr defTabSz="359999">
              <a:defRPr sz="1400">
                <a:solidFill>
                  <a:srgbClr val="3F4851"/>
                </a:solidFill>
                <a:latin typeface="SB Sans Text Light"/>
                <a:ea typeface="SB Sans Text Light"/>
                <a:cs typeface="SB Sans Text Light"/>
                <a:sym typeface="SB Sans Text Light"/>
              </a:defRPr>
            </a:lvl1pPr>
          </a:lstStyle>
          <a:p>
            <a:r>
              <a:rPr lang="ru-RU" dirty="0"/>
              <a:t>Февраль 2021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E781A54-7BEA-464D-BE1E-B3D62E989D7D}"/>
              </a:ext>
            </a:extLst>
          </p:cNvPr>
          <p:cNvSpPr txBox="1"/>
          <p:nvPr/>
        </p:nvSpPr>
        <p:spPr>
          <a:xfrm>
            <a:off x="1163637" y="2751319"/>
            <a:ext cx="5177421" cy="1338824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t">
            <a:spAutoFit/>
          </a:bodyPr>
          <a:lstStyle/>
          <a:p>
            <a:pPr marL="0" marR="0" indent="0" algn="l" defTabSz="914400" rtl="0" fontAlgn="auto" latinLnBrk="0" hangingPunc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ru-RU" sz="3000" dirty="0">
                <a:latin typeface="SB Sans Display Semibold" panose="020B0503040504020204" pitchFamily="34" charset="0"/>
                <a:cs typeface="SB Sans Display Semibold" panose="020B0503040504020204" pitchFamily="34" charset="0"/>
              </a:rPr>
              <a:t>Заголовок.</a:t>
            </a:r>
          </a:p>
          <a:p>
            <a:pPr marL="0" marR="0" indent="0" algn="l" defTabSz="914400" rtl="0" fontAlgn="auto" latinLnBrk="0" hangingPunc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ru-RU" sz="3000" dirty="0">
                <a:latin typeface="SB Sans Display" panose="020B0503040504020204" pitchFamily="34" charset="0"/>
                <a:cs typeface="SB Sans Display" panose="020B0503040504020204" pitchFamily="34" charset="0"/>
              </a:rPr>
              <a:t>С выделением первого</a:t>
            </a:r>
          </a:p>
          <a:p>
            <a:pPr marL="0" marR="0" indent="0" algn="l" defTabSz="914400" rtl="0" fontAlgn="auto" latinLnBrk="0" hangingPunc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ru-RU" sz="3000" dirty="0">
                <a:latin typeface="SB Sans Display" panose="020B0503040504020204" pitchFamily="34" charset="0"/>
                <a:cs typeface="SB Sans Display" panose="020B0503040504020204" pitchFamily="34" charset="0"/>
              </a:rPr>
              <a:t>слова на верхней строчке</a:t>
            </a:r>
          </a:p>
        </p:txBody>
      </p:sp>
    </p:spTree>
  </p:cSld>
  <p:clrMapOvr>
    <a:masterClrMapping/>
  </p:clrMapOvr>
  <p:transition spd="med"/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B3FD0DC7-A0AA-8E46-A52B-B44F27D857EB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3218219" y="0"/>
            <a:ext cx="8973782" cy="6879759"/>
          </a:xfrm>
          <a:prstGeom prst="rect">
            <a:avLst/>
          </a:prstGeom>
        </p:spPr>
      </p:pic>
      <p:sp>
        <p:nvSpPr>
          <p:cNvPr id="8" name="Прямоугольник">
            <a:extLst>
              <a:ext uri="{FF2B5EF4-FFF2-40B4-BE49-F238E27FC236}">
                <a16:creationId xmlns:a16="http://schemas.microsoft.com/office/drawing/2014/main" id="{38AF4049-ECF2-3C44-9AF4-FCFEAD35A479}"/>
              </a:ext>
            </a:extLst>
          </p:cNvPr>
          <p:cNvSpPr/>
          <p:nvPr/>
        </p:nvSpPr>
        <p:spPr>
          <a:xfrm>
            <a:off x="-1086567" y="-3420818"/>
            <a:ext cx="9469284" cy="15808703"/>
          </a:xfrm>
          <a:prstGeom prst="rect">
            <a:avLst/>
          </a:prstGeom>
          <a:gradFill>
            <a:gsLst>
              <a:gs pos="50843">
                <a:srgbClr val="FFFFFF"/>
              </a:gs>
              <a:gs pos="78055">
                <a:srgbClr val="FFFFFF">
                  <a:alpha val="50000"/>
                </a:srgbClr>
              </a:gs>
              <a:gs pos="100000">
                <a:srgbClr val="FFFFFF">
                  <a:alpha val="0"/>
                </a:srgbClr>
              </a:gs>
            </a:gsLst>
            <a:path>
              <a:fillToRect l="-4239" t="49577" r="104239" b="50422"/>
            </a:path>
          </a:gra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376" name="Text Placeholder 3"/>
          <p:cNvSpPr txBox="1"/>
          <p:nvPr/>
        </p:nvSpPr>
        <p:spPr>
          <a:xfrm>
            <a:off x="1708231" y="4782396"/>
            <a:ext cx="2106506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359999">
              <a:defRPr sz="1400">
                <a:solidFill>
                  <a:srgbClr val="FFFFFF"/>
                </a:solidFill>
                <a:latin typeface="SB Sans Text Light"/>
                <a:ea typeface="SB Sans Text Light"/>
                <a:cs typeface="SB Sans Text Light"/>
                <a:sym typeface="SB Sans Text Light"/>
              </a:defRPr>
            </a:lvl1pPr>
          </a:lstStyle>
          <a:p>
            <a:r>
              <a:t>08/10/2026</a:t>
            </a:r>
          </a:p>
        </p:txBody>
      </p:sp>
      <p:pic>
        <p:nvPicPr>
          <p:cNvPr id="378" name="Object 3" descr="Object 3"/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63637" y="668326"/>
            <a:ext cx="1495481" cy="307484"/>
          </a:xfrm>
          <a:prstGeom prst="rect">
            <a:avLst/>
          </a:prstGeom>
          <a:ln w="12700">
            <a:miter lim="400000"/>
          </a:ln>
        </p:spPr>
      </p:pic>
      <p:sp>
        <p:nvSpPr>
          <p:cNvPr id="379" name="Text Placeholder 3"/>
          <p:cNvSpPr txBox="1"/>
          <p:nvPr/>
        </p:nvSpPr>
        <p:spPr>
          <a:xfrm>
            <a:off x="1163637" y="5798021"/>
            <a:ext cx="4968876" cy="2154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0" tIns="0" rIns="0" bIns="0" anchor="b">
            <a:spAutoFit/>
          </a:bodyPr>
          <a:lstStyle>
            <a:lvl1pPr defTabSz="359999">
              <a:defRPr sz="1400">
                <a:solidFill>
                  <a:srgbClr val="3F4851"/>
                </a:solidFill>
                <a:latin typeface="SB Sans Text Light"/>
                <a:ea typeface="SB Sans Text Light"/>
                <a:cs typeface="SB Sans Text Light"/>
                <a:sym typeface="SB Sans Text Light"/>
              </a:defRPr>
            </a:lvl1pPr>
          </a:lstStyle>
          <a:p>
            <a:r>
              <a:rPr lang="ru-RU" dirty="0"/>
              <a:t>Октябрь 2026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E781A54-7BEA-464D-BE1E-B3D62E989D7D}"/>
              </a:ext>
            </a:extLst>
          </p:cNvPr>
          <p:cNvSpPr txBox="1"/>
          <p:nvPr/>
        </p:nvSpPr>
        <p:spPr>
          <a:xfrm>
            <a:off x="1163637" y="2751319"/>
            <a:ext cx="5177421" cy="1338824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t">
            <a:spAutoFit/>
          </a:bodyPr>
          <a:lstStyle/>
          <a:p>
            <a:pPr marL="0" marR="0" indent="0" algn="l" defTabSz="914400" rtl="0" fontAlgn="auto" latinLnBrk="0" hangingPunc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ru-RU" sz="3000" dirty="0">
                <a:latin typeface="SB Sans Display Semibold" panose="020B0503040504020204" pitchFamily="34" charset="0"/>
                <a:cs typeface="SB Sans Display Semibold" panose="020B0503040504020204" pitchFamily="34" charset="0"/>
              </a:rPr>
              <a:t>Топ банков РФ</a:t>
            </a:r>
          </a:p>
          <a:p>
            <a:pPr marL="0" marR="0" indent="0" algn="l" defTabSz="914400" rtl="0" fontAlgn="auto" latinLnBrk="0" hangingPunc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ru-RU" sz="3000" dirty="0">
                <a:latin typeface="SB Sans Display" panose="020B0503040504020204" pitchFamily="34" charset="0"/>
                <a:cs typeface="SB Sans Display" panose="020B0503040504020204" pitchFamily="34" charset="0"/>
              </a:rPr>
              <a:t>и их API:</a:t>
            </a:r>
          </a:p>
          <a:p>
            <a:pPr marL="0" marR="0" indent="0" algn="l" defTabSz="914400" rtl="0" fontAlgn="auto" latinLnBrk="0" hangingPunc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ru-RU" sz="3000" dirty="0">
                <a:latin typeface="SB Sans Display" panose="020B0503040504020204" pitchFamily="34" charset="0"/>
                <a:cs typeface="SB Sans Display" panose="020B0503040504020204" pitchFamily="34" charset="0"/>
              </a:rPr>
              <a:t>публичный ресерч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CEBFBA56-A4BD-C442-82E8-661DF63B463C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649989" y="0"/>
            <a:ext cx="11542011" cy="6858000"/>
          </a:xfrm>
          <a:prstGeom prst="rect">
            <a:avLst/>
          </a:prstGeom>
        </p:spPr>
      </p:pic>
      <p:sp>
        <p:nvSpPr>
          <p:cNvPr id="7" name="Прямоугольник">
            <a:extLst>
              <a:ext uri="{FF2B5EF4-FFF2-40B4-BE49-F238E27FC236}">
                <a16:creationId xmlns:a16="http://schemas.microsoft.com/office/drawing/2014/main" id="{FC3CDD8B-663C-4A46-9BAD-82CBEF94D6BA}"/>
              </a:ext>
            </a:extLst>
          </p:cNvPr>
          <p:cNvSpPr/>
          <p:nvPr/>
        </p:nvSpPr>
        <p:spPr>
          <a:xfrm>
            <a:off x="-1016029" y="-5088316"/>
            <a:ext cx="9469284" cy="16386932"/>
          </a:xfrm>
          <a:prstGeom prst="rect">
            <a:avLst/>
          </a:prstGeom>
          <a:gradFill>
            <a:gsLst>
              <a:gs pos="50843">
                <a:srgbClr val="FFFFFF"/>
              </a:gs>
              <a:gs pos="78055">
                <a:srgbClr val="FFFFFF">
                  <a:alpha val="50000"/>
                </a:srgbClr>
              </a:gs>
              <a:gs pos="100000">
                <a:srgbClr val="FFFFFF">
                  <a:alpha val="0"/>
                </a:srgbClr>
              </a:gs>
            </a:gsLst>
            <a:path>
              <a:fillToRect l="-4239" t="49577" r="104239" b="50422"/>
            </a:path>
          </a:gra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411" name="Заголовок 1"/>
          <p:cNvSpPr txBox="1"/>
          <p:nvPr/>
        </p:nvSpPr>
        <p:spPr>
          <a:xfrm>
            <a:off x="1163636" y="4717861"/>
            <a:ext cx="5504450" cy="61555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0" tIns="0" rIns="0" bIns="0" anchor="b">
            <a:spAutoFit/>
          </a:bodyPr>
          <a:lstStyle>
            <a:lvl1pPr>
              <a:defRPr sz="4000">
                <a:solidFill>
                  <a:srgbClr val="FFFFFF"/>
                </a:solidFill>
                <a:latin typeface="SB Sans Display"/>
                <a:ea typeface="SB Sans Display"/>
                <a:cs typeface="SB Sans Display"/>
                <a:sym typeface="SB Sans Display"/>
              </a:defRPr>
            </a:lvl1pPr>
          </a:lstStyle>
          <a:p>
            <a:r>
              <a:rPr dirty="0">
                <a:solidFill>
                  <a:srgbClr val="323F48"/>
                </a:solidFill>
              </a:rPr>
              <a:t>01. Обзор</a:t>
            </a:r>
            <a:r>
              <a:rPr dirty="0" err="1">
                <a:solidFill>
                  <a:srgbClr val="323F48"/>
                </a:solidFill>
              </a:rPr>
              <a:t/>
            </a:r>
            <a:endParaRPr dirty="0">
              <a:solidFill>
                <a:srgbClr val="323F48"/>
              </a:solidFill>
            </a:endParaRPr>
          </a:p>
        </p:txBody>
      </p:sp>
      <p:pic>
        <p:nvPicPr>
          <p:cNvPr id="9" name="Object 3" descr="Object 3">
            <a:extLst>
              <a:ext uri="{FF2B5EF4-FFF2-40B4-BE49-F238E27FC236}">
                <a16:creationId xmlns:a16="http://schemas.microsoft.com/office/drawing/2014/main" id="{9ADFBF93-A588-A44E-B0B2-C91B51F3F456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26988" y="369715"/>
            <a:ext cx="1398333" cy="287510"/>
          </a:xfrm>
          <a:prstGeom prst="rect">
            <a:avLst/>
          </a:prstGeom>
          <a:ln w="12700">
            <a:miter lim="400000"/>
          </a:ln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7E44F83C-A2A2-1A4E-AD14-3C86D386941B}"/>
              </a:ext>
            </a:extLst>
          </p:cNvPr>
          <p:cNvSpPr txBox="1"/>
          <p:nvPr/>
        </p:nvSpPr>
        <p:spPr>
          <a:xfrm>
            <a:off x="1114340" y="5381682"/>
            <a:ext cx="4717692" cy="646327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t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ru-RU" sz="1200" dirty="0">
                <a:solidFill>
                  <a:srgbClr val="333F48"/>
                </a:solidFill>
                <a:latin typeface="SB Sans Text Light" panose="020B0303040504020204" pitchFamily="34" charset="0"/>
                <a:cs typeface="SB Sans Text Light" panose="020B0303040504020204" pitchFamily="34" charset="0"/>
              </a:rPr>
              <a:t>Топ-10 банков по активам, метрики лидеров,</a:t>
            </a:r>
          </a:p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ru-RU" sz="1200" u="none" strike="noStrike" cap="none" spc="0" normalizeH="0" baseline="0" dirty="0">
                <a:ln>
                  <a:noFill/>
                </a:ln>
                <a:solidFill>
                  <a:srgbClr val="333F48"/>
                </a:solidFill>
                <a:effectLst/>
                <a:uFillTx/>
                <a:latin typeface="SB Sans Text Light" panose="020B0303040504020204" pitchFamily="34" charset="0"/>
                <a:cs typeface="SB Sans Text Light" panose="020B0303040504020204" pitchFamily="34" charset="0"/>
                <a:sym typeface="Helvetica"/>
              </a:rPr>
              <a:t>публичные API по FX / brokerage / депозитам /</a:t>
            </a:r>
          </a:p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ru-RU" sz="1200" dirty="0">
                <a:solidFill>
                  <a:srgbClr val="333F48"/>
                </a:solidFill>
                <a:latin typeface="SB Sans Text Light" panose="020B0303040504020204" pitchFamily="34" charset="0"/>
                <a:cs typeface="SB Sans Text Light" panose="020B0303040504020204" pitchFamily="34" charset="0"/>
              </a:rPr>
              <a:t>кредитам / транзакциям — и сводная матрица.</a:t>
            </a:r>
            <a:endParaRPr kumimoji="0" lang="ru-RU" sz="1200" u="none" strike="noStrike" cap="none" spc="0" normalizeH="0" baseline="0" dirty="0">
              <a:ln>
                <a:noFill/>
              </a:ln>
              <a:solidFill>
                <a:srgbClr val="333F48"/>
              </a:solidFill>
              <a:effectLst/>
              <a:uFillTx/>
              <a:latin typeface="SB Sans Text Light" panose="020B0303040504020204" pitchFamily="34" charset="0"/>
              <a:cs typeface="SB Sans Text Light" panose="020B0303040504020204" pitchFamily="34" charset="0"/>
              <a:sym typeface="Helvetica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846" name="Заголовок 1"/>
          <p:cNvSpPr txBox="1">
            <a:spLocks noGrp="1"/>
          </p:cNvSpPr>
          <p:nvPr>
            <p:ph type="title"/>
          </p:nvPr>
        </p:nvSpPr>
        <p:spPr>
          <a:xfrm>
            <a:off x="1163637" y="657225"/>
            <a:ext cx="9000002" cy="865187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323F48"/>
                </a:solidFill>
              </a:defRPr>
            </a:lvl1pPr>
          </a:lstStyle>
          <a:p>
            <a:r>
              <a:rPr dirty="0" err="1"/>
              <a:t>Топ банков по активам</a:t>
            </a:r>
            <a:endParaRPr dirty="0"/>
          </a:p>
        </p:txBody>
      </p:sp>
      <p:graphicFrame>
        <p:nvGraphicFramePr>
          <p:cNvPr id="1847" name="Table"/>
          <p:cNvGraphicFramePr/>
          <p:nvPr>
            <p:extLst>
              <p:ext uri="{D42A27DB-BD31-4B8C-83A1-F6EECF244321}">
                <p14:modId xmlns:p14="http://schemas.microsoft.com/office/powerpoint/2010/main" val="2663187966"/>
              </p:ext>
            </p:extLst>
          </p:nvPr>
        </p:nvGraphicFramePr>
        <p:xfrm>
          <a:off x="1163637" y="1522412"/>
          <a:ext cx="9864726" cy="4681539"/>
        </p:xfrm>
        <a:graphic>
          <a:graphicData uri="http://schemas.openxmlformats.org/drawingml/2006/table">
            <a:tbl>
              <a:tblPr firstRow="1" lastRow="1">
                <a:tableStyleId>{4C3C2611-4C71-4FC5-86AE-919BDF0F9419}</a:tableStyleId>
              </a:tblPr>
              <a:tblGrid>
                <a:gridCol w="164412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4412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4412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4412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4412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6441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520171">
                <a:tc>
                  <a:txBody>
                    <a:bodyPr/>
                    <a:lstStyle/>
                    <a:p>
                      <a:pPr algn="l" defTabSz="914400">
                        <a:tabLst>
                          <a:tab pos="1663700" algn="l"/>
                        </a:tabLst>
                        <a:defRPr sz="1800" b="0">
                          <a:solidFill>
                            <a:srgbClr val="000000"/>
                          </a:solidFill>
                        </a:defRPr>
                      </a:pPr>
                      <a:r>
                        <a:rPr sz="1400">
                          <a:solidFill>
                            <a:schemeClr val="accent1"/>
                          </a:solidFill>
                          <a:latin typeface="SB Sans Display"/>
                          <a:ea typeface="SB Sans Display"/>
                          <a:cs typeface="SB Sans Display"/>
                          <a:sym typeface="SB Sans Display"/>
                        </a:rPr>
                        <a:t>#</a:t>
                      </a:r>
                    </a:p>
                  </a:txBody>
                  <a:tcPr marL="50800" marR="50800" marT="50800" marB="50800" anchor="ctr" horzOverflow="overflow">
                    <a:lnT w="12700">
                      <a:miter lim="400000"/>
                    </a:lnT>
                    <a:lnB w="12700">
                      <a:solidFill>
                        <a:schemeClr val="accent1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177800" algn="r" defTabSz="914400">
                        <a:tabLst>
                          <a:tab pos="1663700" algn="l"/>
                        </a:tabLst>
                        <a:defRPr sz="1800" b="0">
                          <a:solidFill>
                            <a:srgbClr val="000000"/>
                          </a:solidFill>
                        </a:defRPr>
                      </a:pPr>
                      <a:r>
                        <a:rPr sz="1400">
                          <a:solidFill>
                            <a:schemeClr val="accent1"/>
                          </a:solidFill>
                          <a:latin typeface="SB Sans Display"/>
                          <a:ea typeface="SB Sans Display"/>
                          <a:cs typeface="SB Sans Display"/>
                          <a:sym typeface="SB Sans Display"/>
                        </a:rPr>
                        <a:t>Банк</a:t>
                      </a:r>
                    </a:p>
                  </a:txBody>
                  <a:tcPr marL="50800" marR="50800" marT="50800" marB="50800" anchor="ctr" horzOverflow="overflow">
                    <a:lnT w="12700">
                      <a:miter lim="400000"/>
                    </a:lnT>
                    <a:lnB w="12700">
                      <a:solidFill>
                        <a:schemeClr val="accent1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177800" algn="r" defTabSz="914400">
                        <a:tabLst>
                          <a:tab pos="1663700" algn="l"/>
                        </a:tabLst>
                        <a:defRPr sz="1800" b="0">
                          <a:solidFill>
                            <a:srgbClr val="000000"/>
                          </a:solidFill>
                        </a:defRPr>
                      </a:pPr>
                      <a:r>
                        <a:rPr sz="1400">
                          <a:solidFill>
                            <a:schemeClr val="accent1"/>
                          </a:solidFill>
                          <a:latin typeface="SB Sans Display"/>
                          <a:ea typeface="SB Sans Display"/>
                          <a:cs typeface="SB Sans Display"/>
                          <a:sym typeface="SB Sans Display"/>
                        </a:rPr>
                        <a:t>Активы</a:t>
                      </a:r>
                    </a:p>
                  </a:txBody>
                  <a:tcPr marL="50800" marR="50800" marT="50800" marB="50800" anchor="ctr" horzOverflow="overflow">
                    <a:lnT w="12700">
                      <a:miter lim="400000"/>
                    </a:lnT>
                    <a:lnB w="12700">
                      <a:solidFill>
                        <a:schemeClr val="accent1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177800" algn="r" defTabSz="914400">
                        <a:tabLst>
                          <a:tab pos="1663700" algn="l"/>
                        </a:tabLst>
                        <a:defRPr sz="1800" b="0">
                          <a:solidFill>
                            <a:srgbClr val="000000"/>
                          </a:solidFill>
                        </a:defRPr>
                      </a:pPr>
                      <a:r>
                        <a:rPr sz="1400">
                          <a:solidFill>
                            <a:schemeClr val="accent1"/>
                          </a:solidFill>
                          <a:latin typeface="SB Sans Display"/>
                          <a:ea typeface="SB Sans Display"/>
                          <a:cs typeface="SB Sans Display"/>
                          <a:sym typeface="SB Sans Display"/>
                        </a:rPr>
                        <a:t>Прибыль</a:t>
                      </a:r>
                    </a:p>
                  </a:txBody>
                  <a:tcPr marL="50800" marR="50800" marT="50800" marB="50800" anchor="ctr" horzOverflow="overflow">
                    <a:lnT w="12700">
                      <a:miter lim="400000"/>
                    </a:lnT>
                    <a:lnB w="12700">
                      <a:solidFill>
                        <a:schemeClr val="accent1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177800" algn="r" defTabSz="914400">
                        <a:tabLst>
                          <a:tab pos="1663700" algn="l"/>
                        </a:tabLst>
                        <a:defRPr sz="1800" b="0">
                          <a:solidFill>
                            <a:srgbClr val="000000"/>
                          </a:solidFill>
                        </a:defRPr>
                      </a:pPr>
                      <a:r>
                        <a:rPr sz="1400">
                          <a:solidFill>
                            <a:schemeClr val="accent1"/>
                          </a:solidFill>
                          <a:latin typeface="SB Sans Display"/>
                          <a:ea typeface="SB Sans Display"/>
                          <a:cs typeface="SB Sans Display"/>
                          <a:sym typeface="SB Sans Display"/>
                        </a:rPr>
                        <a:t>Клиенты</a:t>
                      </a:r>
                    </a:p>
                  </a:txBody>
                  <a:tcPr marL="50800" marR="50800" marT="50800" marB="50800" anchor="ctr" horzOverflow="overflow">
                    <a:lnT w="12700">
                      <a:miter lim="400000"/>
                    </a:lnT>
                    <a:lnB w="12700">
                      <a:solidFill>
                        <a:schemeClr val="accent1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177800" algn="r" defTabSz="914400">
                        <a:tabLst>
                          <a:tab pos="1663700" algn="l"/>
                        </a:tabLst>
                        <a:defRPr sz="1800" b="0">
                          <a:solidFill>
                            <a:srgbClr val="000000"/>
                          </a:solidFill>
                        </a:defRPr>
                      </a:pPr>
                      <a:r>
                        <a:rPr sz="1400">
                          <a:solidFill>
                            <a:schemeClr val="accent1"/>
                          </a:solidFill>
                          <a:latin typeface="SB Sans Display"/>
                          <a:ea typeface="SB Sans Display"/>
                          <a:cs typeface="SB Sans Display"/>
                          <a:sym typeface="SB Sans Display"/>
                        </a:rPr>
                        <a:t>Источник</a:t>
                      </a:r>
                    </a:p>
                  </a:txBody>
                  <a:tcPr marL="50800" marR="50800" marT="50800" marB="50800" anchor="ctr" horzOverflow="overflow">
                    <a:lnT w="12700">
                      <a:miter lim="400000"/>
                    </a:lnT>
                    <a:lnB w="12700">
                      <a:solidFill>
                        <a:schemeClr val="accent1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20171">
                <a:tc>
                  <a:txBody>
                    <a:bodyPr/>
                    <a:lstStyle/>
                    <a:p>
                      <a:pPr algn="l" defTabSz="9144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1200">
                          <a:solidFill>
                            <a:srgbClr val="333F48"/>
                          </a:solidFill>
                          <a:latin typeface="SB Sans Text Light"/>
                          <a:ea typeface="SB Sans Text Light"/>
                          <a:cs typeface="SB Sans Text Light"/>
                          <a:sym typeface="SB Sans Text Light"/>
                        </a:rPr>
                        <a:t>1</a:t>
                      </a:r>
                    </a:p>
                  </a:txBody>
                  <a:tcPr marL="50800" marR="50800" marT="50800" marB="50800" anchor="ctr" horzOverflow="overflow">
                    <a:lnT w="12700">
                      <a:solidFill>
                        <a:schemeClr val="accent1"/>
                      </a:solidFill>
                    </a:lnT>
                    <a:lnB w="6350">
                      <a:solidFill>
                        <a:srgbClr val="D6D4D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177800" algn="r" defTabSz="9144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1200">
                          <a:solidFill>
                            <a:srgbClr val="333F48"/>
                          </a:solidFill>
                          <a:latin typeface="SB Sans Text Light"/>
                          <a:ea typeface="SB Sans Text Light"/>
                          <a:cs typeface="SB Sans Text Light"/>
                          <a:sym typeface="SB Sans Text Light"/>
                        </a:rPr>
                        <a:t>Сбербанк</a:t>
                      </a:r>
                    </a:p>
                  </a:txBody>
                  <a:tcPr marL="50800" marR="50800" marT="50800" marB="50800" anchor="ctr" horzOverflow="overflow">
                    <a:lnT w="12700">
                      <a:solidFill>
                        <a:schemeClr val="accent1"/>
                      </a:solidFill>
                    </a:lnT>
                    <a:lnB w="6350">
                      <a:solidFill>
                        <a:srgbClr val="D6D4D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177800" algn="r" defTabSz="9144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1200">
                          <a:solidFill>
                            <a:srgbClr val="333F48"/>
                          </a:solidFill>
                          <a:latin typeface="SB Sans Text Light"/>
                          <a:ea typeface="SB Sans Text Light"/>
                          <a:cs typeface="SB Sans Text Light"/>
                          <a:sym typeface="SB Sans Text Light"/>
                        </a:rPr>
                        <a:t>66,2 трлн</a:t>
                      </a:r>
                    </a:p>
                  </a:txBody>
                  <a:tcPr marL="50800" marR="50800" marT="50800" marB="50800" anchor="ctr" horzOverflow="overflow">
                    <a:lnT w="12700">
                      <a:solidFill>
                        <a:schemeClr val="accent1"/>
                      </a:solidFill>
                    </a:lnT>
                    <a:lnB w="6350">
                      <a:solidFill>
                        <a:srgbClr val="D6D4D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177800" algn="r" defTabSz="9144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1200">
                          <a:solidFill>
                            <a:srgbClr val="333F48"/>
                          </a:solidFill>
                          <a:latin typeface="SB Sans Text Light"/>
                          <a:ea typeface="SB Sans Text Light"/>
                          <a:cs typeface="SB Sans Text Light"/>
                          <a:sym typeface="SB Sans Text Light"/>
                        </a:rPr>
                        <a:t>1 694 млрд</a:t>
                      </a:r>
                    </a:p>
                  </a:txBody>
                  <a:tcPr marL="50800" marR="50800" marT="50800" marB="50800" anchor="ctr" horzOverflow="overflow">
                    <a:lnT w="12700">
                      <a:solidFill>
                        <a:schemeClr val="accent1"/>
                      </a:solidFill>
                    </a:lnT>
                    <a:lnB w="6350">
                      <a:solidFill>
                        <a:srgbClr val="D6D4D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177800" algn="r" defTabSz="9144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1200">
                          <a:solidFill>
                            <a:srgbClr val="333F48"/>
                          </a:solidFill>
                          <a:latin typeface="SB Sans Text Light"/>
                          <a:ea typeface="SB Sans Text Light"/>
                          <a:cs typeface="SB Sans Text Light"/>
                          <a:sym typeface="SB Sans Text Light"/>
                        </a:rPr>
                        <a:t>110,7 млн</a:t>
                      </a:r>
                    </a:p>
                  </a:txBody>
                  <a:tcPr marL="50800" marR="50800" marT="50800" marB="50800" anchor="ctr" horzOverflow="overflow">
                    <a:lnT w="12700">
                      <a:solidFill>
                        <a:schemeClr val="accent1"/>
                      </a:solidFill>
                    </a:lnT>
                    <a:lnB w="6350">
                      <a:solidFill>
                        <a:srgbClr val="D6D4D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177800" algn="r" defTabSz="9144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1200">
                          <a:solidFill>
                            <a:srgbClr val="333F48"/>
                          </a:solidFill>
                          <a:latin typeface="SB Sans Text Light"/>
                          <a:ea typeface="SB Sans Text Light"/>
                          <a:cs typeface="SB Sans Text Light"/>
                          <a:sym typeface="SB Sans Text Light"/>
                        </a:rPr>
                        <a:t>РИА 07.26</a:t>
                      </a:r>
                    </a:p>
                  </a:txBody>
                  <a:tcPr marL="50800" marR="50800" marT="50800" marB="50800" anchor="ctr" horzOverflow="overflow">
                    <a:lnT w="12700">
                      <a:solidFill>
                        <a:schemeClr val="accent1"/>
                      </a:solidFill>
                    </a:lnT>
                    <a:lnB w="6350">
                      <a:solidFill>
                        <a:srgbClr val="D6D4D4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20171">
                <a:tc>
                  <a:txBody>
                    <a:bodyPr/>
                    <a:lstStyle/>
                    <a:p>
                      <a:pPr algn="l" defTabSz="9144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1200">
                          <a:solidFill>
                            <a:srgbClr val="333F48"/>
                          </a:solidFill>
                          <a:latin typeface="SB Sans Text Light"/>
                          <a:ea typeface="SB Sans Text Light"/>
                          <a:cs typeface="SB Sans Text Light"/>
                          <a:sym typeface="SB Sans Text Light"/>
                        </a:rPr>
                        <a:t>2</a:t>
                      </a:r>
                    </a:p>
                  </a:txBody>
                  <a:tcPr marL="50800" marR="50800" marT="50800" marB="50800" anchor="ctr" horzOverflow="overflow">
                    <a:lnT w="6350">
                      <a:solidFill>
                        <a:srgbClr val="D6D4D4"/>
                      </a:solidFill>
                    </a:lnT>
                    <a:lnB w="6350">
                      <a:solidFill>
                        <a:srgbClr val="D6D4D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177800" algn="r" defTabSz="9144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1200">
                          <a:solidFill>
                            <a:srgbClr val="333F48"/>
                          </a:solidFill>
                          <a:latin typeface="SB Sans Text Light"/>
                          <a:ea typeface="SB Sans Text Light"/>
                          <a:cs typeface="SB Sans Text Light"/>
                          <a:sym typeface="SB Sans Text Light"/>
                        </a:rPr>
                        <a:t>ВТБ</a:t>
                      </a:r>
                    </a:p>
                  </a:txBody>
                  <a:tcPr marL="50800" marR="50800" marT="50800" marB="50800" anchor="ctr" horzOverflow="overflow">
                    <a:lnT w="6350">
                      <a:solidFill>
                        <a:srgbClr val="D6D4D4"/>
                      </a:solidFill>
                    </a:lnT>
                    <a:lnB w="6350">
                      <a:solidFill>
                        <a:srgbClr val="D6D4D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177800" algn="r" defTabSz="9144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1200">
                          <a:solidFill>
                            <a:srgbClr val="333F48"/>
                          </a:solidFill>
                          <a:latin typeface="SB Sans Text Light"/>
                          <a:ea typeface="SB Sans Text Light"/>
                          <a:cs typeface="SB Sans Text Light"/>
                          <a:sym typeface="SB Sans Text Light"/>
                        </a:rPr>
                        <a:t>36,4 трлн</a:t>
                      </a:r>
                    </a:p>
                  </a:txBody>
                  <a:tcPr marL="50800" marR="50800" marT="50800" marB="50800" anchor="ctr" horzOverflow="overflow">
                    <a:lnT w="6350">
                      <a:solidFill>
                        <a:srgbClr val="D6D4D4"/>
                      </a:solidFill>
                    </a:lnT>
                    <a:lnB w="6350">
                      <a:solidFill>
                        <a:srgbClr val="D6D4D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177800" algn="r" defTabSz="9144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1200">
                          <a:solidFill>
                            <a:srgbClr val="333F48"/>
                          </a:solidFill>
                          <a:latin typeface="SB Sans Text Light"/>
                          <a:ea typeface="SB Sans Text Light"/>
                          <a:cs typeface="SB Sans Text Light"/>
                          <a:sym typeface="SB Sans Text Light"/>
                        </a:rPr>
                        <a:t>502 млрд</a:t>
                      </a:r>
                    </a:p>
                  </a:txBody>
                  <a:tcPr marL="50800" marR="50800" marT="50800" marB="50800" anchor="ctr" horzOverflow="overflow">
                    <a:lnT w="6350">
                      <a:solidFill>
                        <a:srgbClr val="D6D4D4"/>
                      </a:solidFill>
                    </a:lnT>
                    <a:lnB w="6350">
                      <a:solidFill>
                        <a:srgbClr val="D6D4D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177800" algn="r" defTabSz="9144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1200">
                          <a:solidFill>
                            <a:srgbClr val="333F48"/>
                          </a:solidFill>
                          <a:latin typeface="SB Sans Text Light"/>
                          <a:ea typeface="SB Sans Text Light"/>
                          <a:cs typeface="SB Sans Text Light"/>
                          <a:sym typeface="SB Sans Text Light"/>
                        </a:rPr>
                        <a:t>30,3 млн</a:t>
                      </a:r>
                    </a:p>
                  </a:txBody>
                  <a:tcPr marL="50800" marR="50800" marT="50800" marB="50800" anchor="ctr" horzOverflow="overflow">
                    <a:lnT w="6350">
                      <a:solidFill>
                        <a:srgbClr val="D6D4D4"/>
                      </a:solidFill>
                    </a:lnT>
                    <a:lnB w="6350">
                      <a:solidFill>
                        <a:srgbClr val="D6D4D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177800" algn="r" defTabSz="9144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1200">
                          <a:solidFill>
                            <a:srgbClr val="333F48"/>
                          </a:solidFill>
                          <a:latin typeface="SB Sans Text Light"/>
                          <a:ea typeface="SB Sans Text Light"/>
                          <a:cs typeface="SB Sans Text Light"/>
                          <a:sym typeface="SB Sans Text Light"/>
                        </a:rPr>
                        <a:t>РИА 07.26</a:t>
                      </a:r>
                    </a:p>
                  </a:txBody>
                  <a:tcPr marL="50800" marR="50800" marT="50800" marB="50800" anchor="ctr" horzOverflow="overflow">
                    <a:lnT w="6350">
                      <a:solidFill>
                        <a:srgbClr val="D6D4D4"/>
                      </a:solidFill>
                    </a:lnT>
                    <a:lnB w="6350">
                      <a:solidFill>
                        <a:srgbClr val="D6D4D4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20171">
                <a:tc>
                  <a:txBody>
                    <a:bodyPr/>
                    <a:lstStyle/>
                    <a:p>
                      <a:pPr algn="l" defTabSz="9144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1200">
                          <a:solidFill>
                            <a:srgbClr val="333F48"/>
                          </a:solidFill>
                          <a:latin typeface="SB Sans Text Light"/>
                          <a:ea typeface="SB Sans Text Light"/>
                          <a:cs typeface="SB Sans Text Light"/>
                          <a:sym typeface="SB Sans Text Light"/>
                        </a:rPr>
                        <a:t>3</a:t>
                      </a:r>
                    </a:p>
                  </a:txBody>
                  <a:tcPr marL="50800" marR="50800" marT="50800" marB="50800" anchor="ctr" horzOverflow="overflow">
                    <a:lnT w="6350">
                      <a:solidFill>
                        <a:srgbClr val="D6D4D4"/>
                      </a:solidFill>
                    </a:lnT>
                    <a:lnB w="6350">
                      <a:solidFill>
                        <a:srgbClr val="D6D4D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177800" algn="r" defTabSz="9144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1200" dirty="0">
                          <a:solidFill>
                            <a:srgbClr val="FFFFFF"/>
                          </a:solidFill>
                          <a:latin typeface="SB Sans Text Light"/>
                          <a:ea typeface="SB Sans Text Light"/>
                          <a:cs typeface="SB Sans Text Light"/>
                          <a:sym typeface="SB Sans Text Light"/>
                        </a:rPr>
                        <a:t>Газпромбанк</a:t>
                      </a:r>
                    </a:p>
                  </a:txBody>
                  <a:tcPr marL="50800" marR="50800" marT="50800" marB="50800" anchor="ctr" horzOverflow="overflow">
                    <a:lnT w="6350">
                      <a:solidFill>
                        <a:srgbClr val="D6D4D4"/>
                      </a:solidFill>
                    </a:lnT>
                    <a:lnB w="6350">
                      <a:solidFill>
                        <a:srgbClr val="D6D4D4"/>
                      </a:solidFill>
                    </a:lnB>
                    <a:solidFill>
                      <a:srgbClr val="339189"/>
                    </a:solidFill>
                  </a:tcPr>
                </a:tc>
                <a:tc>
                  <a:txBody>
                    <a:bodyPr/>
                    <a:lstStyle/>
                    <a:p>
                      <a:pPr marR="177800" algn="r" defTabSz="9144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1200" dirty="0">
                          <a:solidFill>
                            <a:srgbClr val="333F48"/>
                          </a:solidFill>
                          <a:latin typeface="SB Sans Text Light"/>
                          <a:ea typeface="SB Sans Text Light"/>
                          <a:cs typeface="SB Sans Text Light"/>
                          <a:sym typeface="SB Sans Text Light"/>
                        </a:rPr>
                        <a:t>17,7 трлн</a:t>
                      </a:r>
                    </a:p>
                  </a:txBody>
                  <a:tcPr marL="50800" marR="50800" marT="50800" marB="50800" anchor="ctr" horzOverflow="overflow">
                    <a:lnT w="6350">
                      <a:solidFill>
                        <a:srgbClr val="D6D4D4"/>
                      </a:solidFill>
                    </a:lnT>
                    <a:lnB w="6350">
                      <a:solidFill>
                        <a:srgbClr val="D6D4D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177800" algn="r" defTabSz="9144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1200">
                          <a:solidFill>
                            <a:srgbClr val="333F48"/>
                          </a:solidFill>
                          <a:latin typeface="SB Sans Text Light"/>
                          <a:ea typeface="SB Sans Text Light"/>
                          <a:cs typeface="SB Sans Text Light"/>
                          <a:sym typeface="SB Sans Text Light"/>
                        </a:rPr>
                        <a:t>133 млрд</a:t>
                      </a:r>
                    </a:p>
                  </a:txBody>
                  <a:tcPr marL="50800" marR="50800" marT="50800" marB="50800" anchor="ctr" horzOverflow="overflow">
                    <a:lnT w="6350">
                      <a:solidFill>
                        <a:srgbClr val="D6D4D4"/>
                      </a:solidFill>
                    </a:lnT>
                    <a:lnB w="6350">
                      <a:solidFill>
                        <a:srgbClr val="D6D4D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177800" algn="r" defTabSz="9144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1200">
                          <a:solidFill>
                            <a:srgbClr val="333F48"/>
                          </a:solidFill>
                          <a:latin typeface="SB Sans Text Light"/>
                          <a:ea typeface="SB Sans Text Light"/>
                          <a:cs typeface="SB Sans Text Light"/>
                          <a:sym typeface="SB Sans Text Light"/>
                        </a:rPr>
                        <a:t>~5,7 млн*</a:t>
                      </a:r>
                    </a:p>
                  </a:txBody>
                  <a:tcPr marL="50800" marR="50800" marT="50800" marB="50800" anchor="ctr" horzOverflow="overflow">
                    <a:lnT w="6350">
                      <a:solidFill>
                        <a:srgbClr val="D6D4D4"/>
                      </a:solidFill>
                    </a:lnT>
                    <a:lnB w="6350">
                      <a:solidFill>
                        <a:srgbClr val="D6D4D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177800" algn="r" defTabSz="9144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1200">
                          <a:solidFill>
                            <a:srgbClr val="333F48"/>
                          </a:solidFill>
                          <a:latin typeface="SB Sans Text Light"/>
                          <a:ea typeface="SB Sans Text Light"/>
                          <a:cs typeface="SB Sans Text Light"/>
                          <a:sym typeface="SB Sans Text Light"/>
                        </a:rPr>
                        <a:t>РИА 07.26</a:t>
                      </a:r>
                    </a:p>
                  </a:txBody>
                  <a:tcPr marL="50800" marR="50800" marT="50800" marB="50800" anchor="ctr" horzOverflow="overflow">
                    <a:lnT w="6350">
                      <a:solidFill>
                        <a:srgbClr val="D6D4D4"/>
                      </a:solidFill>
                    </a:lnT>
                    <a:lnB w="6350">
                      <a:solidFill>
                        <a:srgbClr val="D6D4D4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20171">
                <a:tc>
                  <a:txBody>
                    <a:bodyPr/>
                    <a:lstStyle/>
                    <a:p>
                      <a:pPr algn="l" defTabSz="9144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1200">
                          <a:solidFill>
                            <a:srgbClr val="333F48"/>
                          </a:solidFill>
                          <a:latin typeface="SB Sans Text Light"/>
                          <a:ea typeface="SB Sans Text Light"/>
                          <a:cs typeface="SB Sans Text Light"/>
                          <a:sym typeface="SB Sans Text Light"/>
                        </a:rPr>
                        <a:t>4</a:t>
                      </a:r>
                    </a:p>
                  </a:txBody>
                  <a:tcPr marL="50800" marR="50800" marT="50800" marB="50800" anchor="ctr" horzOverflow="overflow">
                    <a:lnT w="6350">
                      <a:solidFill>
                        <a:srgbClr val="D6D4D4"/>
                      </a:solidFill>
                    </a:lnT>
                    <a:lnB w="6350">
                      <a:solidFill>
                        <a:srgbClr val="D6D4D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177800" algn="r" defTabSz="9144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1200" dirty="0">
                          <a:solidFill>
                            <a:srgbClr val="333F48"/>
                          </a:solidFill>
                          <a:latin typeface="SB Sans Text Light"/>
                          <a:ea typeface="SB Sans Text Light"/>
                          <a:cs typeface="SB Sans Text Light"/>
                          <a:sym typeface="SB Sans Text Light"/>
                        </a:rPr>
                        <a:t>Альфа-Банк</a:t>
                      </a:r>
                    </a:p>
                  </a:txBody>
                  <a:tcPr marL="50800" marR="50800" marT="50800" marB="50800" anchor="ctr" horzOverflow="overflow">
                    <a:lnT w="6350">
                      <a:solidFill>
                        <a:srgbClr val="D6D4D4"/>
                      </a:solidFill>
                    </a:lnT>
                    <a:lnB w="6350">
                      <a:solidFill>
                        <a:srgbClr val="D6D4D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177800" algn="r" defTabSz="9144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1200">
                          <a:solidFill>
                            <a:srgbClr val="333F48"/>
                          </a:solidFill>
                          <a:latin typeface="SB Sans Text Light"/>
                          <a:ea typeface="SB Sans Text Light"/>
                          <a:cs typeface="SB Sans Text Light"/>
                          <a:sym typeface="SB Sans Text Light"/>
                        </a:rPr>
                        <a:t>14,3 трлн</a:t>
                      </a:r>
                    </a:p>
                  </a:txBody>
                  <a:tcPr marL="50800" marR="50800" marT="50800" marB="50800" anchor="ctr" horzOverflow="overflow">
                    <a:lnT w="6350">
                      <a:solidFill>
                        <a:srgbClr val="D6D4D4"/>
                      </a:solidFill>
                    </a:lnT>
                    <a:lnB w="6350">
                      <a:solidFill>
                        <a:srgbClr val="D6D4D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177800" algn="r" defTabSz="9144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1200" dirty="0">
                          <a:solidFill>
                            <a:srgbClr val="FFFFFF"/>
                          </a:solidFill>
                          <a:latin typeface="SB Sans Text Light"/>
                          <a:ea typeface="SB Sans Text Light"/>
                          <a:cs typeface="SB Sans Text Light"/>
                          <a:sym typeface="SB Sans Text Light"/>
                        </a:rPr>
                        <a:t>230 млрд</a:t>
                      </a:r>
                    </a:p>
                  </a:txBody>
                  <a:tcPr marL="50800" marR="50800" marT="50800" marB="50800" anchor="ctr" horzOverflow="overflow">
                    <a:lnT w="6350">
                      <a:solidFill>
                        <a:srgbClr val="D6D4D4"/>
                      </a:solidFill>
                    </a:lnT>
                    <a:lnB w="6350">
                      <a:solidFill>
                        <a:srgbClr val="D6D4D4"/>
                      </a:solidFill>
                    </a:lnB>
                    <a:solidFill>
                      <a:srgbClr val="339189"/>
                    </a:solidFill>
                  </a:tcPr>
                </a:tc>
                <a:tc>
                  <a:txBody>
                    <a:bodyPr/>
                    <a:lstStyle/>
                    <a:p>
                      <a:pPr marR="177800" algn="r" defTabSz="9144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1200" dirty="0">
                          <a:solidFill>
                            <a:srgbClr val="333F48"/>
                          </a:solidFill>
                          <a:latin typeface="SB Sans Text Light"/>
                          <a:ea typeface="SB Sans Text Light"/>
                          <a:cs typeface="SB Sans Text Light"/>
                          <a:sym typeface="SB Sans Text Light"/>
                        </a:rPr>
                        <a:t>&gt;40 млн ФЛ</a:t>
                      </a:r>
                    </a:p>
                  </a:txBody>
                  <a:tcPr marL="50800" marR="50800" marT="50800" marB="50800" anchor="ctr" horzOverflow="overflow">
                    <a:lnT w="6350">
                      <a:solidFill>
                        <a:srgbClr val="D6D4D4"/>
                      </a:solidFill>
                    </a:lnT>
                    <a:lnB w="6350">
                      <a:solidFill>
                        <a:srgbClr val="D6D4D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177800" algn="r" defTabSz="9144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1200">
                          <a:solidFill>
                            <a:srgbClr val="333F48"/>
                          </a:solidFill>
                          <a:latin typeface="SB Sans Text Light"/>
                          <a:ea typeface="SB Sans Text Light"/>
                          <a:cs typeface="SB Sans Text Light"/>
                          <a:sym typeface="SB Sans Text Light"/>
                        </a:rPr>
                        <a:t>РИА 07.26</a:t>
                      </a:r>
                    </a:p>
                  </a:txBody>
                  <a:tcPr marL="50800" marR="50800" marT="50800" marB="50800" anchor="ctr" horzOverflow="overflow">
                    <a:lnT w="6350">
                      <a:solidFill>
                        <a:srgbClr val="D6D4D4"/>
                      </a:solidFill>
                    </a:lnT>
                    <a:lnB w="6350">
                      <a:solidFill>
                        <a:srgbClr val="D6D4D4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20171">
                <a:tc>
                  <a:txBody>
                    <a:bodyPr/>
                    <a:lstStyle/>
                    <a:p>
                      <a:pPr algn="l" defTabSz="9144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1200">
                          <a:solidFill>
                            <a:srgbClr val="333F48"/>
                          </a:solidFill>
                          <a:latin typeface="SB Sans Text Light"/>
                          <a:ea typeface="SB Sans Text Light"/>
                          <a:cs typeface="SB Sans Text Light"/>
                          <a:sym typeface="SB Sans Text Light"/>
                        </a:rPr>
                        <a:t>5</a:t>
                      </a:r>
                    </a:p>
                  </a:txBody>
                  <a:tcPr marL="50800" marR="50800" marT="50800" marB="50800" anchor="ctr" horzOverflow="overflow">
                    <a:lnT w="6350">
                      <a:solidFill>
                        <a:srgbClr val="D6D4D4"/>
                      </a:solidFill>
                    </a:lnT>
                    <a:lnB w="6350">
                      <a:solidFill>
                        <a:srgbClr val="D6D4D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177800" algn="r" defTabSz="9144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1200">
                          <a:solidFill>
                            <a:srgbClr val="333F48"/>
                          </a:solidFill>
                          <a:latin typeface="SB Sans Text Light"/>
                          <a:ea typeface="SB Sans Text Light"/>
                          <a:cs typeface="SB Sans Text Light"/>
                          <a:sym typeface="SB Sans Text Light"/>
                        </a:rPr>
                        <a:t>ПСБ</a:t>
                      </a:r>
                    </a:p>
                  </a:txBody>
                  <a:tcPr marL="50800" marR="50800" marT="50800" marB="50800" anchor="ctr" horzOverflow="overflow">
                    <a:lnT w="6350">
                      <a:solidFill>
                        <a:srgbClr val="D6D4D4"/>
                      </a:solidFill>
                    </a:lnT>
                    <a:lnB w="6350">
                      <a:solidFill>
                        <a:srgbClr val="D6D4D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177800" algn="r" defTabSz="9144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1200">
                          <a:solidFill>
                            <a:srgbClr val="333F48"/>
                          </a:solidFill>
                          <a:latin typeface="SB Sans Text Light"/>
                          <a:ea typeface="SB Sans Text Light"/>
                          <a:cs typeface="SB Sans Text Light"/>
                          <a:sym typeface="SB Sans Text Light"/>
                        </a:rPr>
                        <a:t>~9,5 трлн</a:t>
                      </a:r>
                    </a:p>
                  </a:txBody>
                  <a:tcPr marL="50800" marR="50800" marT="50800" marB="50800" anchor="ctr" horzOverflow="overflow">
                    <a:lnT w="6350">
                      <a:solidFill>
                        <a:srgbClr val="D6D4D4"/>
                      </a:solidFill>
                    </a:lnT>
                    <a:lnB w="6350">
                      <a:solidFill>
                        <a:srgbClr val="D6D4D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177800" algn="r" defTabSz="9144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1200" dirty="0">
                          <a:solidFill>
                            <a:srgbClr val="333F48"/>
                          </a:solidFill>
                          <a:latin typeface="SB Sans Text Light"/>
                          <a:ea typeface="SB Sans Text Light"/>
                          <a:cs typeface="SB Sans Text Light"/>
                          <a:sym typeface="SB Sans Text Light"/>
                        </a:rPr>
                        <a:t>−19/+33**</a:t>
                      </a:r>
                    </a:p>
                  </a:txBody>
                  <a:tcPr marL="50800" marR="50800" marT="50800" marB="50800" anchor="ctr" horzOverflow="overflow">
                    <a:lnT w="6350">
                      <a:solidFill>
                        <a:srgbClr val="D6D4D4"/>
                      </a:solidFill>
                    </a:lnT>
                    <a:lnB w="6350">
                      <a:solidFill>
                        <a:srgbClr val="D6D4D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177800" algn="r" defTabSz="9144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1200" dirty="0">
                          <a:solidFill>
                            <a:srgbClr val="333F48"/>
                          </a:solidFill>
                          <a:latin typeface="SB Sans Text Light"/>
                          <a:ea typeface="SB Sans Text Light"/>
                          <a:cs typeface="SB Sans Text Light"/>
                          <a:sym typeface="SB Sans Text Light"/>
                        </a:rPr>
                        <a:t>н/д</a:t>
                      </a:r>
                    </a:p>
                  </a:txBody>
                  <a:tcPr marL="50800" marR="50800" marT="50800" marB="50800" anchor="ctr" horzOverflow="overflow">
                    <a:lnT w="6350">
                      <a:solidFill>
                        <a:srgbClr val="D6D4D4"/>
                      </a:solidFill>
                    </a:lnT>
                    <a:lnB w="6350">
                      <a:solidFill>
                        <a:srgbClr val="D6D4D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177800" algn="r" defTabSz="9144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1200">
                          <a:solidFill>
                            <a:srgbClr val="333F48"/>
                          </a:solidFill>
                          <a:latin typeface="SB Sans Text Light"/>
                          <a:ea typeface="SB Sans Text Light"/>
                          <a:cs typeface="SB Sans Text Light"/>
                          <a:sym typeface="SB Sans Text Light"/>
                        </a:rPr>
                        <a:t>Brobank</a:t>
                      </a:r>
                    </a:p>
                  </a:txBody>
                  <a:tcPr marL="50800" marR="50800" marT="50800" marB="50800" anchor="ctr" horzOverflow="overflow">
                    <a:lnT w="6350">
                      <a:solidFill>
                        <a:srgbClr val="D6D4D4"/>
                      </a:solidFill>
                    </a:lnT>
                    <a:lnB w="6350">
                      <a:solidFill>
                        <a:srgbClr val="D6D4D4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20171">
                <a:tc>
                  <a:txBody>
                    <a:bodyPr/>
                    <a:lstStyle/>
                    <a:p>
                      <a:pPr algn="l" defTabSz="9144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1200">
                          <a:solidFill>
                            <a:srgbClr val="333F48"/>
                          </a:solidFill>
                          <a:latin typeface="SB Sans Text Light"/>
                          <a:ea typeface="SB Sans Text Light"/>
                          <a:cs typeface="SB Sans Text Light"/>
                          <a:sym typeface="SB Sans Text Light"/>
                        </a:rPr>
                        <a:t>6</a:t>
                      </a:r>
                    </a:p>
                  </a:txBody>
                  <a:tcPr marL="50800" marR="50800" marT="50800" marB="50800" anchor="ctr" horzOverflow="overflow">
                    <a:lnT w="6350">
                      <a:solidFill>
                        <a:srgbClr val="D6D4D4"/>
                      </a:solidFill>
                    </a:lnT>
                    <a:lnB w="6350">
                      <a:solidFill>
                        <a:srgbClr val="D6D4D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177800" algn="r" defTabSz="9144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1200">
                          <a:solidFill>
                            <a:srgbClr val="333F48"/>
                          </a:solidFill>
                          <a:latin typeface="SB Sans Text Light"/>
                          <a:ea typeface="SB Sans Text Light"/>
                          <a:cs typeface="SB Sans Text Light"/>
                          <a:sym typeface="SB Sans Text Light"/>
                        </a:rPr>
                        <a:t>Т-Банк</a:t>
                      </a:r>
                    </a:p>
                  </a:txBody>
                  <a:tcPr marL="50800" marR="50800" marT="50800" marB="50800" anchor="ctr" horzOverflow="overflow">
                    <a:lnT w="6350">
                      <a:solidFill>
                        <a:srgbClr val="D6D4D4"/>
                      </a:solidFill>
                    </a:lnT>
                    <a:lnB w="6350">
                      <a:solidFill>
                        <a:srgbClr val="D6D4D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177800" algn="r" defTabSz="9144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1200">
                          <a:solidFill>
                            <a:srgbClr val="333F48"/>
                          </a:solidFill>
                          <a:latin typeface="SB Sans Text Light"/>
                          <a:ea typeface="SB Sans Text Light"/>
                          <a:cs typeface="SB Sans Text Light"/>
                          <a:sym typeface="SB Sans Text Light"/>
                        </a:rPr>
                        <a:t>5,7 трлн</a:t>
                      </a:r>
                    </a:p>
                  </a:txBody>
                  <a:tcPr marL="50800" marR="50800" marT="50800" marB="50800" anchor="ctr" horzOverflow="overflow">
                    <a:lnT w="6350">
                      <a:solidFill>
                        <a:srgbClr val="D6D4D4"/>
                      </a:solidFill>
                    </a:lnT>
                    <a:lnB w="6350">
                      <a:solidFill>
                        <a:srgbClr val="D6D4D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177800" algn="r" defTabSz="9144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1200">
                          <a:solidFill>
                            <a:srgbClr val="333F48"/>
                          </a:solidFill>
                          <a:latin typeface="SB Sans Text Light"/>
                          <a:ea typeface="SB Sans Text Light"/>
                          <a:cs typeface="SB Sans Text Light"/>
                          <a:sym typeface="SB Sans Text Light"/>
                        </a:rPr>
                        <a:t>122 млрд</a:t>
                      </a:r>
                    </a:p>
                  </a:txBody>
                  <a:tcPr marL="50800" marR="50800" marT="50800" marB="50800" anchor="ctr" horzOverflow="overflow">
                    <a:lnT w="6350">
                      <a:solidFill>
                        <a:srgbClr val="D6D4D4"/>
                      </a:solidFill>
                    </a:lnT>
                    <a:lnB w="6350">
                      <a:solidFill>
                        <a:srgbClr val="D6D4D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177800" algn="r" defTabSz="9144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1200">
                          <a:solidFill>
                            <a:srgbClr val="333F48"/>
                          </a:solidFill>
                          <a:latin typeface="SB Sans Text Light"/>
                          <a:ea typeface="SB Sans Text Light"/>
                          <a:cs typeface="SB Sans Text Light"/>
                          <a:sym typeface="SB Sans Text Light"/>
                        </a:rPr>
                        <a:t>~34 млн</a:t>
                      </a:r>
                    </a:p>
                  </a:txBody>
                  <a:tcPr marL="50800" marR="50800" marT="50800" marB="50800" anchor="ctr" horzOverflow="overflow">
                    <a:lnT w="6350">
                      <a:solidFill>
                        <a:srgbClr val="D6D4D4"/>
                      </a:solidFill>
                    </a:lnT>
                    <a:lnB w="6350">
                      <a:solidFill>
                        <a:srgbClr val="D6D4D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177800" algn="r" defTabSz="9144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1200" dirty="0">
                          <a:solidFill>
                            <a:srgbClr val="FFFFFF"/>
                          </a:solidFill>
                          <a:latin typeface="SB Sans Text Light"/>
                          <a:ea typeface="SB Sans Text Light"/>
                          <a:cs typeface="SB Sans Text Light"/>
                          <a:sym typeface="SB Sans Text Light"/>
                        </a:rPr>
                        <a:t>РИА 07.26</a:t>
                      </a:r>
                    </a:p>
                  </a:txBody>
                  <a:tcPr marL="50800" marR="50800" marT="50800" marB="50800" anchor="ctr" horzOverflow="overflow">
                    <a:lnT w="6350">
                      <a:solidFill>
                        <a:srgbClr val="D6D4D4"/>
                      </a:solidFill>
                    </a:lnT>
                    <a:lnB w="6350">
                      <a:solidFill>
                        <a:srgbClr val="D6D4D4"/>
                      </a:solidFill>
                    </a:lnB>
                    <a:solidFill>
                      <a:srgbClr val="33918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20171">
                <a:tc>
                  <a:txBody>
                    <a:bodyPr/>
                    <a:lstStyle/>
                    <a:p>
                      <a:pPr algn="l" defTabSz="9144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1200">
                          <a:solidFill>
                            <a:srgbClr val="333F48"/>
                          </a:solidFill>
                          <a:latin typeface="SB Sans Text Light"/>
                          <a:ea typeface="SB Sans Text Light"/>
                          <a:cs typeface="SB Sans Text Light"/>
                          <a:sym typeface="SB Sans Text Light"/>
                        </a:rPr>
                        <a:t>7</a:t>
                      </a:r>
                    </a:p>
                  </a:txBody>
                  <a:tcPr marL="50800" marR="50800" marT="50800" marB="50800" anchor="ctr" horzOverflow="overflow">
                    <a:lnT w="6350">
                      <a:solidFill>
                        <a:srgbClr val="D6D4D4"/>
                      </a:solidFill>
                    </a:lnT>
                    <a:lnB w="1270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177800" algn="r" defTabSz="9144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1200">
                          <a:solidFill>
                            <a:srgbClr val="333F48"/>
                          </a:solidFill>
                          <a:latin typeface="SB Sans Text Light"/>
                          <a:ea typeface="SB Sans Text Light"/>
                          <a:cs typeface="SB Sans Text Light"/>
                          <a:sym typeface="SB Sans Text Light"/>
                        </a:rPr>
                        <a:t>РСХБ</a:t>
                      </a:r>
                    </a:p>
                  </a:txBody>
                  <a:tcPr marL="50800" marR="50800" marT="50800" marB="50800" anchor="ctr" horzOverflow="overflow">
                    <a:lnT w="6350">
                      <a:solidFill>
                        <a:srgbClr val="D6D4D4"/>
                      </a:solidFill>
                    </a:lnT>
                    <a:lnB w="1270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177800" algn="r" defTabSz="9144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1200">
                          <a:solidFill>
                            <a:srgbClr val="333F48"/>
                          </a:solidFill>
                          <a:latin typeface="SB Sans Text Light"/>
                          <a:ea typeface="SB Sans Text Light"/>
                          <a:cs typeface="SB Sans Text Light"/>
                          <a:sym typeface="SB Sans Text Light"/>
                        </a:rPr>
                        <a:t>5,5 трлн</a:t>
                      </a:r>
                    </a:p>
                  </a:txBody>
                  <a:tcPr marL="50800" marR="50800" marT="50800" marB="50800" anchor="ctr" horzOverflow="overflow">
                    <a:lnT w="6350">
                      <a:solidFill>
                        <a:srgbClr val="D6D4D4"/>
                      </a:solidFill>
                    </a:lnT>
                    <a:lnB w="1270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177800" algn="r" defTabSz="9144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1200">
                          <a:solidFill>
                            <a:srgbClr val="333F48"/>
                          </a:solidFill>
                          <a:latin typeface="SB Sans Text Light"/>
                          <a:ea typeface="SB Sans Text Light"/>
                          <a:cs typeface="SB Sans Text Light"/>
                          <a:sym typeface="SB Sans Text Light"/>
                        </a:rPr>
                        <a:t>н/д</a:t>
                      </a:r>
                    </a:p>
                  </a:txBody>
                  <a:tcPr marL="50800" marR="50800" marT="50800" marB="50800" anchor="ctr" horzOverflow="overflow">
                    <a:lnT w="6350">
                      <a:solidFill>
                        <a:srgbClr val="D6D4D4"/>
                      </a:solidFill>
                    </a:lnT>
                    <a:lnB w="1270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177800" algn="r" defTabSz="9144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1200">
                          <a:solidFill>
                            <a:srgbClr val="333F48"/>
                          </a:solidFill>
                          <a:latin typeface="SB Sans Text Light"/>
                          <a:ea typeface="SB Sans Text Light"/>
                          <a:cs typeface="SB Sans Text Light"/>
                          <a:sym typeface="SB Sans Text Light"/>
                        </a:rPr>
                        <a:t>н/д</a:t>
                      </a:r>
                    </a:p>
                  </a:txBody>
                  <a:tcPr marL="50800" marR="50800" marT="50800" marB="50800" anchor="ctr" horzOverflow="overflow">
                    <a:lnT w="6350">
                      <a:solidFill>
                        <a:srgbClr val="D6D4D4"/>
                      </a:solidFill>
                    </a:lnT>
                    <a:lnB w="1270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177800" algn="r" defTabSz="9144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1200">
                          <a:solidFill>
                            <a:srgbClr val="333F48"/>
                          </a:solidFill>
                          <a:latin typeface="SB Sans Text Light"/>
                          <a:ea typeface="SB Sans Text Light"/>
                          <a:cs typeface="SB Sans Text Light"/>
                          <a:sym typeface="SB Sans Text Light"/>
                        </a:rPr>
                        <a:t>РИА 07.26</a:t>
                      </a:r>
                    </a:p>
                  </a:txBody>
                  <a:tcPr marL="50800" marR="50800" marT="50800" marB="50800" anchor="ctr" horzOverflow="overflow">
                    <a:lnT w="6350">
                      <a:solidFill>
                        <a:srgbClr val="D6D4D4"/>
                      </a:solidFill>
                    </a:lnT>
                    <a:lnB w="12700">
                      <a:miter lim="400000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520171">
                <a:tc>
                  <a:txBody>
                    <a:bodyPr/>
                    <a:lstStyle/>
                    <a:p>
                      <a:r>
                        <a:t>8</a:t>
                      </a:r>
                    </a:p>
                  </a:txBody>
                  <a:tcPr marL="50800" marR="50800" marT="50800" marB="50800" anchor="ctr" horzOverflow="overflow">
                    <a:lnR w="0"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t>МКБ</a:t>
                      </a:r>
                    </a:p>
                  </a:txBody>
                  <a:tcPr marL="50800" marR="50800" marT="50800" marB="50800" anchor="ctr" horzOverflow="overflow">
                    <a:lnL w="0">
                      <a:miter lim="400000"/>
                    </a:lnL>
                    <a:lnR w="0"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t>5,0 трлн</a:t>
                      </a:r>
                    </a:p>
                  </a:txBody>
                  <a:tcPr marL="50800" marR="50800" marT="50800" marB="50800" anchor="ctr" horzOverflow="overflow">
                    <a:lnL w="0">
                      <a:miter lim="400000"/>
                    </a:lnL>
                    <a:lnR w="0"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t>н/д</a:t>
                      </a:r>
                    </a:p>
                  </a:txBody>
                  <a:tcPr marL="50800" marR="50800" marT="50800" marB="50800" anchor="ctr" horzOverflow="overflow">
                    <a:lnL w="0">
                      <a:miter lim="400000"/>
                    </a:lnL>
                    <a:lnR w="0"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t>н/д</a:t>
                      </a:r>
                    </a:p>
                  </a:txBody>
                  <a:tcPr marL="50800" marR="50800" marT="50800" marB="50800" anchor="ctr" horzOverflow="overflow">
                    <a:lnL w="0">
                      <a:miter lim="400000"/>
                    </a:lnL>
                    <a:lnR w="0"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t>РИА 07.26</a:t>
                      </a:r>
                    </a:p>
                  </a:txBody>
                  <a:tcPr marL="50800" marR="50800" marT="50800" marB="50800" anchor="ctr" horzOverflow="overflow">
                    <a:lnL w="0">
                      <a:miter lim="400000"/>
                    </a:lnL>
                    <a:lnT w="12700">
                      <a:miter lim="400000"/>
                    </a:lnT>
                    <a:lnB w="12700">
                      <a:miter lim="400000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1848" name="Номер слайда"/>
          <p:cNvSpPr txBox="1">
            <a:spLocks noGrp="1"/>
          </p:cNvSpPr>
          <p:nvPr>
            <p:ph type="sldNum" sz="quarter" idx="4294967295"/>
          </p:nvPr>
        </p:nvSpPr>
        <p:spPr>
          <a:xfrm>
            <a:off x="11485372" y="6408409"/>
            <a:ext cx="325375" cy="139701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>
              <a:defRPr sz="900">
                <a:latin typeface="SB Sans Text Light"/>
                <a:ea typeface="SB Sans Text Light"/>
                <a:cs typeface="SB Sans Text Light"/>
                <a:sym typeface="SB Sans Text Light"/>
              </a:defRPr>
            </a:lvl1pPr>
          </a:lstStyle>
          <a:p>
            <a:r>
              <a:t>3</a:t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73" name="Заголовок 1"/>
          <p:cNvSpPr txBox="1"/>
          <p:nvPr/>
        </p:nvSpPr>
        <p:spPr>
          <a:xfrm>
            <a:off x="1163636" y="1033287"/>
            <a:ext cx="8963352" cy="43088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0" tIns="0" rIns="0" bIns="0">
            <a:spAutoFit/>
          </a:bodyPr>
          <a:lstStyle>
            <a:lvl1pPr>
              <a:defRPr sz="2800">
                <a:solidFill>
                  <a:srgbClr val="333F48"/>
                </a:solidFill>
                <a:latin typeface="SB Sans Display"/>
                <a:ea typeface="SB Sans Display"/>
                <a:cs typeface="SB Sans Display"/>
                <a:sym typeface="SB Sans Display"/>
              </a:defRPr>
            </a:lvl1pPr>
          </a:lstStyle>
          <a:p>
            <a:r>
              <a:rPr dirty="0" err="1"/>
              <a:t>Лидеры: метрики</a:t>
            </a:r>
            <a:r>
              <a:rPr dirty="0"/>
              <a:t/>
            </a:r>
            <a:r>
              <a:rPr dirty="0" err="1"/>
              <a:t/>
            </a:r>
            <a:r>
              <a:rPr dirty="0"/>
              <a:t/>
            </a:r>
            <a:r>
              <a:rPr dirty="0" err="1"/>
              <a:t/>
            </a:r>
            <a:r>
              <a:rPr dirty="0"/>
              <a:t/>
            </a:r>
            <a:r>
              <a:rPr dirty="0" err="1"/>
              <a:t/>
            </a:r>
            <a:r>
              <a:rPr lang="ru-RU" dirty="0"/>
              <a:t/>
            </a:r>
            <a:endParaRPr dirty="0"/>
          </a:p>
        </p:txBody>
      </p:sp>
      <p:sp>
        <p:nvSpPr>
          <p:cNvPr id="574" name="Text Placeholder 52"/>
          <p:cNvSpPr txBox="1"/>
          <p:nvPr/>
        </p:nvSpPr>
        <p:spPr>
          <a:xfrm>
            <a:off x="1163637" y="2551615"/>
            <a:ext cx="4391774" cy="952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200">
                <a:solidFill>
                  <a:srgbClr val="333F48"/>
                </a:solidFill>
                <a:latin typeface="SB Sans Text Light"/>
                <a:ea typeface="SB Sans Text Light"/>
                <a:cs typeface="SB Sans Text Light"/>
                <a:sym typeface="SB Sans Text Light"/>
              </a:defRPr>
            </a:lvl1pPr>
          </a:lstStyle>
          <a:p>
            <a:r>
              <a:rPr dirty="0" err="1"/>
              <a:t>Активы 66,2 трлн ₽. Прибыль 1 694 млрд ₽ (РСБУ 2025). Клиенты: 110,7 млн розн., 3,5 млн корп.</a:t>
            </a:r>
            <a:r>
              <a:rPr dirty="0"/>
              <a:t/>
            </a:r>
            <a:r>
              <a:rPr dirty="0" err="1"/>
              <a:t/>
            </a:r>
            <a:r>
              <a:rPr dirty="0"/>
              <a:t/>
            </a:r>
            <a:r>
              <a:rPr dirty="0" err="1"/>
              <a:t/>
            </a:r>
            <a:r>
              <a:rPr dirty="0"/>
              <a:t/>
            </a:r>
            <a:r>
              <a:rPr dirty="0" err="1"/>
              <a:t/>
            </a:r>
            <a:r>
              <a:rPr dirty="0"/>
              <a:t/>
            </a:r>
            <a:r>
              <a:rPr dirty="0" err="1"/>
              <a:t/>
            </a:r>
            <a:r>
              <a:rPr dirty="0"/>
              <a:t/>
            </a:r>
            <a:r>
              <a:rPr dirty="0" err="1"/>
              <a:t/>
            </a:r>
            <a:r>
              <a:rPr dirty="0"/>
              <a:t/>
            </a:r>
            <a:r>
              <a:rPr dirty="0" err="1"/>
              <a:t/>
            </a:r>
            <a:r>
              <a:rPr dirty="0"/>
              <a:t/>
            </a:r>
            <a:r>
              <a:rPr dirty="0" err="1"/>
              <a:t/>
            </a:r>
            <a:r>
              <a:rPr dirty="0"/>
              <a:t/>
            </a:r>
            <a:r>
              <a:rPr dirty="0" err="1"/>
              <a:t/>
            </a:r>
            <a:r>
              <a:rPr dirty="0"/>
              <a:t/>
            </a:r>
            <a:r>
              <a:rPr dirty="0" err="1"/>
              <a:t/>
            </a:r>
            <a:r>
              <a:rPr dirty="0"/>
              <a:t/>
            </a:r>
            <a:r>
              <a:rPr dirty="0" err="1"/>
              <a:t/>
            </a:r>
            <a:r>
              <a:rPr dirty="0"/>
              <a:t/>
            </a:r>
            <a:r>
              <a:rPr dirty="0" err="1"/>
              <a:t/>
            </a:r>
            <a:r>
              <a:rPr dirty="0"/>
              <a:t/>
            </a:r>
            <a:r>
              <a:rPr dirty="0" err="1"/>
              <a:t/>
            </a:r>
            <a:r>
              <a:rPr dirty="0"/>
              <a:t/>
            </a:r>
            <a:r>
              <a:rPr dirty="0" err="1"/>
              <a:t/>
            </a:r>
            <a:r>
              <a:rPr dirty="0"/>
              <a:t/>
            </a:r>
            <a:r>
              <a:rPr dirty="0" err="1"/>
              <a:t/>
            </a:r>
            <a:r>
              <a:rPr dirty="0"/>
              <a:t/>
            </a:r>
            <a:r>
              <a:rPr dirty="0" err="1"/>
              <a:t/>
            </a:r>
            <a:r>
              <a:rPr dirty="0"/>
              <a:t/>
            </a:r>
            <a:r>
              <a:rPr dirty="0" err="1"/>
              <a:t/>
            </a:r>
            <a:r>
              <a:rPr dirty="0"/>
              <a:t/>
            </a:r>
            <a:r>
              <a:rPr dirty="0" err="1"/>
              <a:t/>
            </a:r>
            <a:r>
              <a:rPr dirty="0"/>
              <a:t/>
            </a:r>
            <a:r>
              <a:rPr dirty="0" err="1"/>
              <a:t/>
            </a:r>
            <a:r>
              <a:rPr dirty="0"/>
              <a:t/>
            </a:r>
            <a:r>
              <a:rPr dirty="0" err="1"/>
              <a:t/>
            </a:r>
            <a:r>
              <a:rPr dirty="0"/>
              <a:t/>
            </a:r>
            <a:r>
              <a:rPr dirty="0" err="1"/>
              <a:t/>
            </a:r>
            <a:r>
              <a:rPr dirty="0"/>
              <a:t/>
            </a:r>
            <a:r>
              <a:rPr dirty="0" err="1"/>
              <a:t/>
            </a:r>
            <a:r>
              <a:rPr dirty="0"/>
              <a:t/>
            </a:r>
          </a:p>
        </p:txBody>
      </p:sp>
      <p:sp>
        <p:nvSpPr>
          <p:cNvPr id="575" name="Object34"/>
          <p:cNvSpPr txBox="1"/>
          <p:nvPr/>
        </p:nvSpPr>
        <p:spPr>
          <a:xfrm>
            <a:off x="1163637" y="2211629"/>
            <a:ext cx="4391774" cy="2154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0" tIns="0" rIns="0" bIns="0">
            <a:spAutoFit/>
          </a:bodyPr>
          <a:lstStyle>
            <a:lvl1pPr>
              <a:lnSpc>
                <a:spcPts val="1600"/>
              </a:lnSpc>
              <a:defRPr sz="1600">
                <a:solidFill>
                  <a:srgbClr val="339189"/>
                </a:solidFill>
                <a:latin typeface="SB Sans Display"/>
                <a:ea typeface="SB Sans Display"/>
                <a:cs typeface="SB Sans Display"/>
                <a:sym typeface="SB Sans Display"/>
              </a:defRPr>
            </a:lvl1pPr>
          </a:lstStyle>
          <a:p>
            <a:r>
              <a:rPr dirty="0"/>
              <a:t>1. Сбербанк</a:t>
            </a:r>
            <a:r>
              <a:rPr dirty="0" err="1"/>
              <a:t/>
            </a:r>
            <a:endParaRPr dirty="0"/>
          </a:p>
        </p:txBody>
      </p:sp>
      <p:sp>
        <p:nvSpPr>
          <p:cNvPr id="576" name="Object34"/>
          <p:cNvSpPr txBox="1"/>
          <p:nvPr/>
        </p:nvSpPr>
        <p:spPr>
          <a:xfrm>
            <a:off x="6661977" y="2211629"/>
            <a:ext cx="4366386" cy="2154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0" tIns="0" rIns="0" bIns="0">
            <a:spAutoFit/>
          </a:bodyPr>
          <a:lstStyle>
            <a:lvl1pPr>
              <a:lnSpc>
                <a:spcPts val="1600"/>
              </a:lnSpc>
              <a:defRPr sz="1600">
                <a:solidFill>
                  <a:srgbClr val="339189"/>
                </a:solidFill>
                <a:latin typeface="SB Sans Display"/>
                <a:ea typeface="SB Sans Display"/>
                <a:cs typeface="SB Sans Display"/>
                <a:sym typeface="SB Sans Display"/>
              </a:defRPr>
            </a:lvl1pPr>
          </a:lstStyle>
          <a:p>
            <a:r>
              <a:rPr dirty="0"/>
              <a:t>2. ВТБ</a:t>
            </a:r>
            <a:r>
              <a:rPr dirty="0" err="1"/>
              <a:t/>
            </a:r>
            <a:endParaRPr dirty="0"/>
          </a:p>
        </p:txBody>
      </p:sp>
      <p:sp>
        <p:nvSpPr>
          <p:cNvPr id="579" name="Object34"/>
          <p:cNvSpPr txBox="1"/>
          <p:nvPr/>
        </p:nvSpPr>
        <p:spPr>
          <a:xfrm>
            <a:off x="1163637" y="4153982"/>
            <a:ext cx="4391774" cy="2154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0" tIns="0" rIns="0" bIns="0">
            <a:spAutoFit/>
          </a:bodyPr>
          <a:lstStyle>
            <a:lvl1pPr>
              <a:lnSpc>
                <a:spcPts val="1600"/>
              </a:lnSpc>
              <a:defRPr sz="1600">
                <a:solidFill>
                  <a:srgbClr val="339189"/>
                </a:solidFill>
                <a:latin typeface="SB Sans Display"/>
                <a:ea typeface="SB Sans Display"/>
                <a:cs typeface="SB Sans Display"/>
                <a:sym typeface="SB Sans Display"/>
              </a:defRPr>
            </a:lvl1pPr>
          </a:lstStyle>
          <a:p>
            <a:r>
              <a:rPr dirty="0"/>
              <a:t>3. Газпромбанк</a:t>
            </a:r>
            <a:r>
              <a:rPr dirty="0" err="1"/>
              <a:t/>
            </a:r>
            <a:endParaRPr dirty="0"/>
          </a:p>
        </p:txBody>
      </p:sp>
      <p:sp>
        <p:nvSpPr>
          <p:cNvPr id="580" name="Object34"/>
          <p:cNvSpPr txBox="1"/>
          <p:nvPr/>
        </p:nvSpPr>
        <p:spPr>
          <a:xfrm>
            <a:off x="6661977" y="4153982"/>
            <a:ext cx="4391772" cy="2154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0" tIns="0" rIns="0" bIns="0">
            <a:spAutoFit/>
          </a:bodyPr>
          <a:lstStyle>
            <a:lvl1pPr>
              <a:lnSpc>
                <a:spcPts val="1600"/>
              </a:lnSpc>
              <a:defRPr sz="1600">
                <a:solidFill>
                  <a:srgbClr val="339189"/>
                </a:solidFill>
                <a:latin typeface="SB Sans Display"/>
                <a:ea typeface="SB Sans Display"/>
                <a:cs typeface="SB Sans Display"/>
                <a:sym typeface="SB Sans Display"/>
              </a:defRPr>
            </a:lvl1pPr>
          </a:lstStyle>
          <a:p>
            <a:r>
              <a:rPr dirty="0"/>
              <a:t>4. Альфа-Банк</a:t>
            </a:r>
            <a:r>
              <a:rPr dirty="0" err="1"/>
              <a:t/>
            </a:r>
            <a:endParaRPr dirty="0"/>
          </a:p>
        </p:txBody>
      </p:sp>
      <p:pic>
        <p:nvPicPr>
          <p:cNvPr id="582" name="Object 3" descr="Object 3"/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26988" y="369715"/>
            <a:ext cx="1398333" cy="287510"/>
          </a:xfrm>
          <a:prstGeom prst="rect">
            <a:avLst/>
          </a:prstGeom>
          <a:ln w="12700">
            <a:miter lim="400000"/>
          </a:ln>
        </p:spPr>
      </p:pic>
      <p:sp>
        <p:nvSpPr>
          <p:cNvPr id="583" name="Slide Number Placeholder 9"/>
          <p:cNvSpPr txBox="1">
            <a:spLocks noGrp="1"/>
          </p:cNvSpPr>
          <p:nvPr>
            <p:ph type="sldNum" sz="quarter" idx="4294967295"/>
          </p:nvPr>
        </p:nvSpPr>
        <p:spPr>
          <a:xfrm>
            <a:off x="11663172" y="6408409"/>
            <a:ext cx="147575" cy="139701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indent="0" defTabSz="914400">
              <a:tabLst/>
              <a:defRPr sz="900">
                <a:latin typeface="SB Sans Text Light"/>
                <a:ea typeface="SB Sans Text Light"/>
                <a:cs typeface="SB Sans Text Light"/>
                <a:sym typeface="SB Sans Text Light"/>
              </a:defRPr>
            </a:lvl1pPr>
          </a:lstStyle>
          <a:p>
            <a:r>
              <a:t>4</a:t>
            </a:r>
            <a:endParaRPr/>
          </a:p>
        </p:txBody>
      </p:sp>
      <p:sp>
        <p:nvSpPr>
          <p:cNvPr id="13" name="Text Placeholder 52">
            <a:extLst>
              <a:ext uri="{FF2B5EF4-FFF2-40B4-BE49-F238E27FC236}">
                <a16:creationId xmlns:a16="http://schemas.microsoft.com/office/drawing/2014/main" id="{345E8F10-C851-3442-B9D1-C238A96BD2D4}"/>
              </a:ext>
            </a:extLst>
          </p:cNvPr>
          <p:cNvSpPr txBox="1"/>
          <p:nvPr/>
        </p:nvSpPr>
        <p:spPr>
          <a:xfrm>
            <a:off x="1163637" y="4492624"/>
            <a:ext cx="4391774" cy="92333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200">
                <a:solidFill>
                  <a:srgbClr val="333F48"/>
                </a:solidFill>
                <a:latin typeface="SB Sans Text Light"/>
                <a:ea typeface="SB Sans Text Light"/>
                <a:cs typeface="SB Sans Text Light"/>
                <a:sym typeface="SB Sans Text Light"/>
              </a:defRPr>
            </a:lvl1pPr>
          </a:lstStyle>
          <a:p>
            <a:r>
              <a:rPr lang="ru-RU" dirty="0"/>
              <a:t>Активы 17,7 трлн ₽. Прибыль 133 млрд ₽ (МСФО 2025). Розничная база ~5,7 млн (итог 2024).</a:t>
            </a:r>
          </a:p>
          <a:p>
            <a:r>
              <a:rPr lang="ru-RU" dirty="0"/>
              <a:t/>
            </a:r>
            <a:endParaRPr dirty="0"/>
          </a:p>
        </p:txBody>
      </p:sp>
      <p:sp>
        <p:nvSpPr>
          <p:cNvPr id="14" name="Text Placeholder 52">
            <a:extLst>
              <a:ext uri="{FF2B5EF4-FFF2-40B4-BE49-F238E27FC236}">
                <a16:creationId xmlns:a16="http://schemas.microsoft.com/office/drawing/2014/main" id="{99F638F2-5794-8547-8CC3-318D89ACE219}"/>
              </a:ext>
            </a:extLst>
          </p:cNvPr>
          <p:cNvSpPr txBox="1"/>
          <p:nvPr/>
        </p:nvSpPr>
        <p:spPr>
          <a:xfrm>
            <a:off x="6662737" y="2551615"/>
            <a:ext cx="4391774" cy="92333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200">
                <a:solidFill>
                  <a:srgbClr val="333F48"/>
                </a:solidFill>
                <a:latin typeface="SB Sans Text Light"/>
                <a:ea typeface="SB Sans Text Light"/>
                <a:cs typeface="SB Sans Text Light"/>
                <a:sym typeface="SB Sans Text Light"/>
              </a:defRPr>
            </a:lvl1pPr>
          </a:lstStyle>
          <a:p>
            <a:r>
              <a:rPr lang="ru-RU" dirty="0"/>
              <a:t>Активы 36,4 трлн ₽. Прибыль 502 млрд ₽ (МСФО 2025). Активных розн. клиентов — 30,3 млн.</a:t>
            </a:r>
            <a:endParaRPr dirty="0"/>
          </a:p>
        </p:txBody>
      </p:sp>
      <p:sp>
        <p:nvSpPr>
          <p:cNvPr id="15" name="Text Placeholder 52">
            <a:extLst>
              <a:ext uri="{FF2B5EF4-FFF2-40B4-BE49-F238E27FC236}">
                <a16:creationId xmlns:a16="http://schemas.microsoft.com/office/drawing/2014/main" id="{A77597A4-F531-6E44-8CD3-1EAEF8AE17F0}"/>
              </a:ext>
            </a:extLst>
          </p:cNvPr>
          <p:cNvSpPr txBox="1"/>
          <p:nvPr/>
        </p:nvSpPr>
        <p:spPr>
          <a:xfrm>
            <a:off x="6662737" y="4492624"/>
            <a:ext cx="4391774" cy="92333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200">
                <a:solidFill>
                  <a:srgbClr val="333F48"/>
                </a:solidFill>
                <a:latin typeface="SB Sans Text Light"/>
                <a:ea typeface="SB Sans Text Light"/>
                <a:cs typeface="SB Sans Text Light"/>
                <a:sym typeface="SB Sans Text Light"/>
              </a:defRPr>
            </a:lvl1pPr>
          </a:lstStyle>
          <a:p>
            <a:r>
              <a:rPr lang="ru-RU" dirty="0"/>
              <a:t>Активы 14,3 трлн ₽. Прибыль 230 млрд ₽ (МСФО 2025). Клиентская база &gt;40 млн ФЛ и &gt;2 млн ЮЛ.</a:t>
            </a:r>
          </a:p>
          <a:p>
            <a:r>
              <a:rPr lang="ru-RU" dirty="0"/>
              <a:t/>
            </a:r>
            <a:endParaRPr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1" name="Овал 16">
            <a:extLst>
              <a:ext uri="{FF2B5EF4-FFF2-40B4-BE49-F238E27FC236}">
                <a16:creationId xmlns:a16="http://schemas.microsoft.com/office/drawing/2014/main" id="{BE17CC6E-46F5-C94F-BC80-177CBED9A07D}"/>
              </a:ext>
            </a:extLst>
          </p:cNvPr>
          <p:cNvSpPr/>
          <p:nvPr/>
        </p:nvSpPr>
        <p:spPr>
          <a:xfrm>
            <a:off x="1169904" y="3171726"/>
            <a:ext cx="942088" cy="944136"/>
          </a:xfrm>
          <a:prstGeom prst="ellipse">
            <a:avLst/>
          </a:prstGeom>
          <a:solidFill>
            <a:srgbClr val="F5F5F5"/>
          </a:solidFill>
          <a:ln w="12700" cap="flat">
            <a:noFill/>
            <a:miter lim="400000"/>
          </a:ln>
          <a:effectLst>
            <a:outerShdw blurRad="165100" dist="114300" dir="2700000" rotWithShape="0">
              <a:srgbClr val="000000">
                <a:alpha val="10000"/>
              </a:srgbClr>
            </a:outerShdw>
          </a:effectLst>
        </p:spPr>
        <p:txBody>
          <a:bodyPr wrap="square" lIns="45718" tIns="45718" rIns="45718" bIns="45718" numCol="1" anchor="ctr">
            <a:noAutofit/>
          </a:bodyPr>
          <a:lstStyle/>
          <a:p>
            <a:pPr algn="ctr">
              <a:defRPr sz="1400">
                <a:solidFill>
                  <a:srgbClr val="70461F"/>
                </a:solidFill>
                <a:latin typeface="+mj-lt"/>
                <a:ea typeface="+mj-ea"/>
                <a:cs typeface="+mj-cs"/>
                <a:sym typeface="Calibri"/>
              </a:defRPr>
            </a:pPr>
            <a:endParaRPr dirty="0"/>
          </a:p>
        </p:txBody>
      </p:sp>
      <p:sp>
        <p:nvSpPr>
          <p:cNvPr id="54" name="Овал 16">
            <a:extLst>
              <a:ext uri="{FF2B5EF4-FFF2-40B4-BE49-F238E27FC236}">
                <a16:creationId xmlns:a16="http://schemas.microsoft.com/office/drawing/2014/main" id="{4FDB6BC6-5DEE-4F4A-9FFC-026CB642FCE3}"/>
              </a:ext>
            </a:extLst>
          </p:cNvPr>
          <p:cNvSpPr/>
          <p:nvPr/>
        </p:nvSpPr>
        <p:spPr>
          <a:xfrm>
            <a:off x="5198764" y="3171726"/>
            <a:ext cx="942088" cy="944136"/>
          </a:xfrm>
          <a:prstGeom prst="ellipse">
            <a:avLst/>
          </a:prstGeom>
          <a:solidFill>
            <a:srgbClr val="F5F5F5"/>
          </a:solidFill>
          <a:ln w="12700" cap="flat">
            <a:noFill/>
            <a:miter lim="400000"/>
          </a:ln>
          <a:effectLst>
            <a:outerShdw blurRad="165100" dist="114300" dir="2700000" rotWithShape="0">
              <a:srgbClr val="000000">
                <a:alpha val="10000"/>
              </a:srgbClr>
            </a:outerShdw>
          </a:effectLst>
        </p:spPr>
        <p:txBody>
          <a:bodyPr wrap="square" lIns="45718" tIns="45718" rIns="45718" bIns="45718" numCol="1" anchor="ctr">
            <a:noAutofit/>
          </a:bodyPr>
          <a:lstStyle/>
          <a:p>
            <a:pPr algn="ctr">
              <a:defRPr sz="1400">
                <a:solidFill>
                  <a:srgbClr val="70461F"/>
                </a:solidFill>
                <a:latin typeface="+mj-lt"/>
                <a:ea typeface="+mj-ea"/>
                <a:cs typeface="+mj-cs"/>
                <a:sym typeface="Calibri"/>
              </a:defRPr>
            </a:pPr>
            <a:endParaRPr dirty="0"/>
          </a:p>
        </p:txBody>
      </p:sp>
      <p:sp>
        <p:nvSpPr>
          <p:cNvPr id="57" name="Овал 16">
            <a:extLst>
              <a:ext uri="{FF2B5EF4-FFF2-40B4-BE49-F238E27FC236}">
                <a16:creationId xmlns:a16="http://schemas.microsoft.com/office/drawing/2014/main" id="{A82DB070-F53D-D14B-9620-FBEBE3F58F72}"/>
              </a:ext>
            </a:extLst>
          </p:cNvPr>
          <p:cNvSpPr/>
          <p:nvPr/>
        </p:nvSpPr>
        <p:spPr>
          <a:xfrm>
            <a:off x="9145121" y="3171726"/>
            <a:ext cx="942088" cy="944136"/>
          </a:xfrm>
          <a:prstGeom prst="ellipse">
            <a:avLst/>
          </a:prstGeom>
          <a:solidFill>
            <a:srgbClr val="F5F5F5"/>
          </a:solidFill>
          <a:ln w="12700" cap="flat">
            <a:noFill/>
            <a:miter lim="400000"/>
          </a:ln>
          <a:effectLst>
            <a:outerShdw blurRad="165100" dist="114300" dir="2700000" rotWithShape="0">
              <a:srgbClr val="000000">
                <a:alpha val="10000"/>
              </a:srgbClr>
            </a:outerShdw>
          </a:effectLst>
        </p:spPr>
        <p:txBody>
          <a:bodyPr wrap="square" lIns="45718" tIns="45718" rIns="45718" bIns="45718" numCol="1" anchor="ctr">
            <a:noAutofit/>
          </a:bodyPr>
          <a:lstStyle/>
          <a:p>
            <a:pPr algn="ctr">
              <a:defRPr sz="1400">
                <a:solidFill>
                  <a:srgbClr val="70461F"/>
                </a:solidFill>
                <a:latin typeface="+mj-lt"/>
                <a:ea typeface="+mj-ea"/>
                <a:cs typeface="+mj-cs"/>
                <a:sym typeface="Calibri"/>
              </a:defRPr>
            </a:pPr>
            <a:endParaRPr dirty="0"/>
          </a:p>
        </p:txBody>
      </p:sp>
      <p:sp>
        <p:nvSpPr>
          <p:cNvPr id="63" name="Овал 16">
            <a:extLst>
              <a:ext uri="{FF2B5EF4-FFF2-40B4-BE49-F238E27FC236}">
                <a16:creationId xmlns:a16="http://schemas.microsoft.com/office/drawing/2014/main" id="{0B9323AB-7669-5548-ACE5-264459007371}"/>
              </a:ext>
            </a:extLst>
          </p:cNvPr>
          <p:cNvSpPr/>
          <p:nvPr/>
        </p:nvSpPr>
        <p:spPr>
          <a:xfrm>
            <a:off x="3129940" y="3174687"/>
            <a:ext cx="942088" cy="944136"/>
          </a:xfrm>
          <a:prstGeom prst="ellipse">
            <a:avLst/>
          </a:prstGeom>
          <a:solidFill>
            <a:srgbClr val="F5F5F5"/>
          </a:solidFill>
          <a:ln w="12700" cap="flat">
            <a:noFill/>
            <a:miter lim="400000"/>
          </a:ln>
          <a:effectLst>
            <a:outerShdw blurRad="165100" dist="114300" dir="2700000" rotWithShape="0">
              <a:srgbClr val="000000">
                <a:alpha val="10000"/>
              </a:srgbClr>
            </a:outerShdw>
          </a:effectLst>
        </p:spPr>
        <p:txBody>
          <a:bodyPr wrap="square" lIns="45718" tIns="45718" rIns="45718" bIns="45718" numCol="1" anchor="ctr">
            <a:noAutofit/>
          </a:bodyPr>
          <a:lstStyle/>
          <a:p>
            <a:pPr algn="ctr">
              <a:defRPr sz="1400">
                <a:solidFill>
                  <a:srgbClr val="70461F"/>
                </a:solidFill>
                <a:latin typeface="+mj-lt"/>
                <a:ea typeface="+mj-ea"/>
                <a:cs typeface="+mj-cs"/>
                <a:sym typeface="Calibri"/>
              </a:defRPr>
            </a:pPr>
            <a:endParaRPr dirty="0"/>
          </a:p>
        </p:txBody>
      </p:sp>
      <p:sp>
        <p:nvSpPr>
          <p:cNvPr id="66" name="Овал 16">
            <a:extLst>
              <a:ext uri="{FF2B5EF4-FFF2-40B4-BE49-F238E27FC236}">
                <a16:creationId xmlns:a16="http://schemas.microsoft.com/office/drawing/2014/main" id="{9603CABB-C109-2849-AD80-50DD2D57D816}"/>
              </a:ext>
            </a:extLst>
          </p:cNvPr>
          <p:cNvSpPr/>
          <p:nvPr/>
        </p:nvSpPr>
        <p:spPr>
          <a:xfrm>
            <a:off x="7170426" y="3174687"/>
            <a:ext cx="942088" cy="944136"/>
          </a:xfrm>
          <a:prstGeom prst="ellipse">
            <a:avLst/>
          </a:prstGeom>
          <a:solidFill>
            <a:srgbClr val="F5F5F5"/>
          </a:solidFill>
          <a:ln w="12700" cap="flat">
            <a:noFill/>
            <a:miter lim="400000"/>
          </a:ln>
          <a:effectLst>
            <a:outerShdw blurRad="165100" dist="114300" dir="2700000" rotWithShape="0">
              <a:srgbClr val="000000">
                <a:alpha val="10000"/>
              </a:srgbClr>
            </a:outerShdw>
          </a:effectLst>
        </p:spPr>
        <p:txBody>
          <a:bodyPr wrap="square" lIns="45718" tIns="45718" rIns="45718" bIns="45718" numCol="1" anchor="ctr">
            <a:noAutofit/>
          </a:bodyPr>
          <a:lstStyle/>
          <a:p>
            <a:pPr algn="ctr">
              <a:defRPr sz="1400">
                <a:solidFill>
                  <a:srgbClr val="70461F"/>
                </a:solidFill>
                <a:latin typeface="+mj-lt"/>
                <a:ea typeface="+mj-ea"/>
                <a:cs typeface="+mj-cs"/>
                <a:sym typeface="Calibri"/>
              </a:defRPr>
            </a:pPr>
            <a:endParaRPr dirty="0"/>
          </a:p>
        </p:txBody>
      </p:sp>
      <p:sp>
        <p:nvSpPr>
          <p:cNvPr id="504" name="Заголовок 1"/>
          <p:cNvSpPr txBox="1">
            <a:spLocks noGrp="1"/>
          </p:cNvSpPr>
          <p:nvPr>
            <p:ph type="title"/>
          </p:nvPr>
        </p:nvSpPr>
        <p:spPr>
          <a:xfrm>
            <a:off x="1163637" y="657225"/>
            <a:ext cx="9000002" cy="89240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323F48"/>
                </a:solidFill>
              </a:defRPr>
            </a:lvl1pPr>
          </a:lstStyle>
          <a:p>
            <a:r>
              <a:rPr lang="ru-RU" dirty="0"/>
              <a:t>Категории API</a:t>
            </a:r>
            <a:endParaRPr dirty="0"/>
          </a:p>
        </p:txBody>
      </p:sp>
      <p:sp>
        <p:nvSpPr>
          <p:cNvPr id="40" name="Text Placeholder 16">
            <a:extLst>
              <a:ext uri="{FF2B5EF4-FFF2-40B4-BE49-F238E27FC236}">
                <a16:creationId xmlns:a16="http://schemas.microsoft.com/office/drawing/2014/main" id="{314085A0-99AE-2B4B-BEC2-77C58E1C4884}"/>
              </a:ext>
            </a:extLst>
          </p:cNvPr>
          <p:cNvSpPr txBox="1">
            <a:spLocks/>
          </p:cNvSpPr>
          <p:nvPr/>
        </p:nvSpPr>
        <p:spPr>
          <a:xfrm>
            <a:off x="5158506" y="1847118"/>
            <a:ext cx="2571957" cy="1324607"/>
          </a:xfrm>
          <a:prstGeom prst="rect">
            <a:avLst/>
          </a:prstGeom>
        </p:spPr>
        <p:txBody>
          <a:bodyPr/>
          <a:lstStyle>
            <a:lvl1pPr marL="228600" marR="0" indent="-2286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solidFill>
                  <a:srgbClr val="516170"/>
                </a:solidFill>
                <a:uFillTx/>
                <a:latin typeface="SB Sans Text"/>
                <a:ea typeface="SB Sans Text"/>
                <a:cs typeface="SB Sans Text"/>
                <a:sym typeface="SB Sans Text"/>
              </a:defRPr>
            </a:lvl1pPr>
            <a:lvl2pPr marL="723900" marR="0" indent="-2667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solidFill>
                  <a:srgbClr val="516170"/>
                </a:solidFill>
                <a:uFillTx/>
                <a:latin typeface="SB Sans Text"/>
                <a:ea typeface="SB Sans Text"/>
                <a:cs typeface="SB Sans Text"/>
                <a:sym typeface="SB Sans Text"/>
              </a:defRPr>
            </a:lvl2pPr>
            <a:lvl3pPr marL="1234438" marR="0" indent="-320038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solidFill>
                  <a:srgbClr val="516170"/>
                </a:solidFill>
                <a:uFillTx/>
                <a:latin typeface="SB Sans Text"/>
                <a:ea typeface="SB Sans Text"/>
                <a:cs typeface="SB Sans Text"/>
                <a:sym typeface="SB Sans Text"/>
              </a:defRPr>
            </a:lvl3pPr>
            <a:lvl4pPr marL="1727200" marR="0" indent="-3556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solidFill>
                  <a:srgbClr val="516170"/>
                </a:solidFill>
                <a:uFillTx/>
                <a:latin typeface="SB Sans Text"/>
                <a:ea typeface="SB Sans Text"/>
                <a:cs typeface="SB Sans Text"/>
                <a:sym typeface="SB Sans Text"/>
              </a:defRPr>
            </a:lvl4pPr>
            <a:lvl5pPr marL="0" marR="0" indent="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2800" b="0" i="0" u="none" strike="noStrike" cap="none" spc="0" baseline="0">
                <a:solidFill>
                  <a:srgbClr val="516170"/>
                </a:solidFill>
                <a:uFillTx/>
                <a:latin typeface="SB Sans Text"/>
                <a:ea typeface="SB Sans Text"/>
                <a:cs typeface="SB Sans Text"/>
                <a:sym typeface="SB Sans Text"/>
              </a:defRPr>
            </a:lvl5pPr>
            <a:lvl6pPr marL="2641600" marR="0" indent="-3556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solidFill>
                  <a:srgbClr val="516170"/>
                </a:solidFill>
                <a:uFillTx/>
                <a:latin typeface="SB Sans Text"/>
                <a:ea typeface="SB Sans Text"/>
                <a:cs typeface="SB Sans Text"/>
                <a:sym typeface="SB Sans Text"/>
              </a:defRPr>
            </a:lvl6pPr>
            <a:lvl7pPr marL="3098800" marR="0" indent="-3556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solidFill>
                  <a:srgbClr val="516170"/>
                </a:solidFill>
                <a:uFillTx/>
                <a:latin typeface="SB Sans Text"/>
                <a:ea typeface="SB Sans Text"/>
                <a:cs typeface="SB Sans Text"/>
                <a:sym typeface="SB Sans Text"/>
              </a:defRPr>
            </a:lvl7pPr>
            <a:lvl8pPr marL="3556000" marR="0" indent="-3556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solidFill>
                  <a:srgbClr val="516170"/>
                </a:solidFill>
                <a:uFillTx/>
                <a:latin typeface="SB Sans Text"/>
                <a:ea typeface="SB Sans Text"/>
                <a:cs typeface="SB Sans Text"/>
                <a:sym typeface="SB Sans Text"/>
              </a:defRPr>
            </a:lvl8pPr>
            <a:lvl9pPr marL="4013200" marR="0" indent="-3556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solidFill>
                  <a:srgbClr val="516170"/>
                </a:solidFill>
                <a:uFillTx/>
                <a:latin typeface="SB Sans Text"/>
                <a:ea typeface="SB Sans Text"/>
                <a:cs typeface="SB Sans Text"/>
                <a:sym typeface="SB Sans Text"/>
              </a:defRPr>
            </a:lvl9pPr>
          </a:lstStyle>
          <a:p>
            <a:pPr marL="0" indent="0" hangingPunct="1">
              <a:buNone/>
            </a:pPr>
            <a:r>
              <a:rPr lang="ru-RU" sz="1400" b="1" dirty="0">
                <a:solidFill>
                  <a:srgbClr val="339189"/>
                </a:solidFill>
                <a:latin typeface="SB Sans Display Semibold" panose="020B0503040504020204" pitchFamily="34" charset="0"/>
                <a:cs typeface="SB Sans Display Semibold" panose="020B0503040504020204" pitchFamily="34" charset="0"/>
              </a:rPr>
              <a:t>Депозиты / swap / fwd</a:t>
            </a:r>
          </a:p>
          <a:p>
            <a:pPr>
              <a:lnSpc>
                <a:spcPct val="100000"/>
              </a:lnSpc>
            </a:pPr>
            <a:r>
              <a:rPr lang="ru-RU" sz="1200" dirty="0">
                <a:solidFill>
                  <a:srgbClr val="333F48"/>
                </a:solidFill>
                <a:latin typeface="SB Sans Text Light" panose="020B0303040504020204" pitchFamily="34" charset="0"/>
                <a:cs typeface="SB Sans Text Light" panose="020B0303040504020204" pitchFamily="34" charset="0"/>
              </a:rPr>
              <a:t>Депозиты, НСО; FX swap и forward в CIB/eFX</a:t>
            </a:r>
          </a:p>
        </p:txBody>
      </p:sp>
      <p:sp>
        <p:nvSpPr>
          <p:cNvPr id="41" name="Text Placeholder 18">
            <a:extLst>
              <a:ext uri="{FF2B5EF4-FFF2-40B4-BE49-F238E27FC236}">
                <a16:creationId xmlns:a16="http://schemas.microsoft.com/office/drawing/2014/main" id="{46FCA60A-6E7C-524E-ACC8-F6A4299D4466}"/>
              </a:ext>
            </a:extLst>
          </p:cNvPr>
          <p:cNvSpPr txBox="1">
            <a:spLocks/>
          </p:cNvSpPr>
          <p:nvPr/>
        </p:nvSpPr>
        <p:spPr>
          <a:xfrm>
            <a:off x="9123627" y="1844104"/>
            <a:ext cx="2852575" cy="1332483"/>
          </a:xfrm>
          <a:prstGeom prst="rect">
            <a:avLst/>
          </a:prstGeom>
        </p:spPr>
        <p:txBody>
          <a:bodyPr/>
          <a:lstStyle>
            <a:lvl1pPr marL="228600" marR="0" indent="-2286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solidFill>
                  <a:srgbClr val="516170"/>
                </a:solidFill>
                <a:uFillTx/>
                <a:latin typeface="SB Sans Text"/>
                <a:ea typeface="SB Sans Text"/>
                <a:cs typeface="SB Sans Text"/>
                <a:sym typeface="SB Sans Text"/>
              </a:defRPr>
            </a:lvl1pPr>
            <a:lvl2pPr marL="723900" marR="0" indent="-2667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solidFill>
                  <a:srgbClr val="516170"/>
                </a:solidFill>
                <a:uFillTx/>
                <a:latin typeface="SB Sans Text"/>
                <a:ea typeface="SB Sans Text"/>
                <a:cs typeface="SB Sans Text"/>
                <a:sym typeface="SB Sans Text"/>
              </a:defRPr>
            </a:lvl2pPr>
            <a:lvl3pPr marL="1234438" marR="0" indent="-320038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solidFill>
                  <a:srgbClr val="516170"/>
                </a:solidFill>
                <a:uFillTx/>
                <a:latin typeface="SB Sans Text"/>
                <a:ea typeface="SB Sans Text"/>
                <a:cs typeface="SB Sans Text"/>
                <a:sym typeface="SB Sans Text"/>
              </a:defRPr>
            </a:lvl3pPr>
            <a:lvl4pPr marL="1727200" marR="0" indent="-3556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solidFill>
                  <a:srgbClr val="516170"/>
                </a:solidFill>
                <a:uFillTx/>
                <a:latin typeface="SB Sans Text"/>
                <a:ea typeface="SB Sans Text"/>
                <a:cs typeface="SB Sans Text"/>
                <a:sym typeface="SB Sans Text"/>
              </a:defRPr>
            </a:lvl4pPr>
            <a:lvl5pPr marL="0" marR="0" indent="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2800" b="0" i="0" u="none" strike="noStrike" cap="none" spc="0" baseline="0">
                <a:solidFill>
                  <a:srgbClr val="516170"/>
                </a:solidFill>
                <a:uFillTx/>
                <a:latin typeface="SB Sans Text"/>
                <a:ea typeface="SB Sans Text"/>
                <a:cs typeface="SB Sans Text"/>
                <a:sym typeface="SB Sans Text"/>
              </a:defRPr>
            </a:lvl5pPr>
            <a:lvl6pPr marL="2641600" marR="0" indent="-3556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solidFill>
                  <a:srgbClr val="516170"/>
                </a:solidFill>
                <a:uFillTx/>
                <a:latin typeface="SB Sans Text"/>
                <a:ea typeface="SB Sans Text"/>
                <a:cs typeface="SB Sans Text"/>
                <a:sym typeface="SB Sans Text"/>
              </a:defRPr>
            </a:lvl6pPr>
            <a:lvl7pPr marL="3098800" marR="0" indent="-3556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solidFill>
                  <a:srgbClr val="516170"/>
                </a:solidFill>
                <a:uFillTx/>
                <a:latin typeface="SB Sans Text"/>
                <a:ea typeface="SB Sans Text"/>
                <a:cs typeface="SB Sans Text"/>
                <a:sym typeface="SB Sans Text"/>
              </a:defRPr>
            </a:lvl7pPr>
            <a:lvl8pPr marL="3556000" marR="0" indent="-3556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solidFill>
                  <a:srgbClr val="516170"/>
                </a:solidFill>
                <a:uFillTx/>
                <a:latin typeface="SB Sans Text"/>
                <a:ea typeface="SB Sans Text"/>
                <a:cs typeface="SB Sans Text"/>
                <a:sym typeface="SB Sans Text"/>
              </a:defRPr>
            </a:lvl8pPr>
            <a:lvl9pPr marL="4013200" marR="0" indent="-3556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solidFill>
                  <a:srgbClr val="516170"/>
                </a:solidFill>
                <a:uFillTx/>
                <a:latin typeface="SB Sans Text"/>
                <a:ea typeface="SB Sans Text"/>
                <a:cs typeface="SB Sans Text"/>
                <a:sym typeface="SB Sans Text"/>
              </a:defRPr>
            </a:lvl9pPr>
          </a:lstStyle>
          <a:p>
            <a:pPr marL="0" indent="0" hangingPunct="1">
              <a:buNone/>
            </a:pPr>
            <a:r>
              <a:rPr lang="ru-RU" sz="1400" b="1" dirty="0">
                <a:solidFill>
                  <a:srgbClr val="339189"/>
                </a:solidFill>
                <a:latin typeface="SB Sans Display Semibold" panose="020B0503040504020204" pitchFamily="34" charset="0"/>
                <a:cs typeface="SB Sans Display Semibold" panose="020B0503040504020204" pitchFamily="34" charset="0"/>
              </a:rPr>
              <a:t>Brokerage</a:t>
            </a:r>
          </a:p>
          <a:p>
            <a:pPr>
              <a:lnSpc>
                <a:spcPct val="100000"/>
              </a:lnSpc>
            </a:pPr>
            <a:r>
              <a:rPr lang="ru-RU" sz="1200" dirty="0">
                <a:solidFill>
                  <a:srgbClr val="333F48"/>
                </a:solidFill>
                <a:latin typeface="SB Sans Text Light" panose="020B0303040504020204" pitchFamily="34" charset="0"/>
                <a:cs typeface="SB Sans Text Light" panose="020B0303040504020204" pitchFamily="34" charset="0"/>
              </a:rPr>
              <a:t>Облигации, заявки, market data (Invest / PRO API)</a:t>
            </a:r>
            <a:br>
              <a:rPr lang="ru-RU" sz="1200" dirty="0">
                <a:solidFill>
                  <a:srgbClr val="333F48"/>
                </a:solidFill>
                <a:latin typeface="SB Sans Text Light" panose="020B0303040504020204" pitchFamily="34" charset="0"/>
                <a:cs typeface="SB Sans Text Light" panose="020B0303040504020204" pitchFamily="34" charset="0"/>
              </a:rPr>
            </a:br>
            <a:r>
              <a:rPr lang="ru-RU" sz="1200" dirty="0">
                <a:solidFill>
                  <a:srgbClr val="333F48"/>
                </a:solidFill>
                <a:latin typeface="SB Sans Text Light" panose="020B0303040504020204" pitchFamily="34" charset="0"/>
                <a:cs typeface="SB Sans Text Light" panose="020B0303040504020204" pitchFamily="34" charset="0"/>
              </a:rPr>
              <a:t/>
            </a:r>
          </a:p>
          <a:p>
            <a:pPr hangingPunct="1"/>
            <a:endParaRPr lang="en-US" sz="1200" dirty="0">
              <a:latin typeface="SB Sans Text Light" panose="020B0303040504020204" pitchFamily="34" charset="0"/>
              <a:cs typeface="SB Sans Text Light" panose="020B0303040504020204" pitchFamily="34" charset="0"/>
            </a:endParaRPr>
          </a:p>
        </p:txBody>
      </p:sp>
      <p:sp>
        <p:nvSpPr>
          <p:cNvPr id="42" name="Text Placeholder 20">
            <a:extLst>
              <a:ext uri="{FF2B5EF4-FFF2-40B4-BE49-F238E27FC236}">
                <a16:creationId xmlns:a16="http://schemas.microsoft.com/office/drawing/2014/main" id="{02F5CA50-13C5-8D42-BF29-BE03D301079F}"/>
              </a:ext>
            </a:extLst>
          </p:cNvPr>
          <p:cNvSpPr txBox="1">
            <a:spLocks/>
          </p:cNvSpPr>
          <p:nvPr/>
        </p:nvSpPr>
        <p:spPr>
          <a:xfrm>
            <a:off x="1096402" y="1844104"/>
            <a:ext cx="2601705" cy="1332483"/>
          </a:xfrm>
          <a:prstGeom prst="rect">
            <a:avLst/>
          </a:prstGeom>
        </p:spPr>
        <p:txBody>
          <a:bodyPr/>
          <a:lstStyle>
            <a:lvl1pPr marL="228600" marR="0" indent="-2286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solidFill>
                  <a:srgbClr val="516170"/>
                </a:solidFill>
                <a:uFillTx/>
                <a:latin typeface="SB Sans Text"/>
                <a:ea typeface="SB Sans Text"/>
                <a:cs typeface="SB Sans Text"/>
                <a:sym typeface="SB Sans Text"/>
              </a:defRPr>
            </a:lvl1pPr>
            <a:lvl2pPr marL="723900" marR="0" indent="-2667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solidFill>
                  <a:srgbClr val="516170"/>
                </a:solidFill>
                <a:uFillTx/>
                <a:latin typeface="SB Sans Text"/>
                <a:ea typeface="SB Sans Text"/>
                <a:cs typeface="SB Sans Text"/>
                <a:sym typeface="SB Sans Text"/>
              </a:defRPr>
            </a:lvl2pPr>
            <a:lvl3pPr marL="1234438" marR="0" indent="-320038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solidFill>
                  <a:srgbClr val="516170"/>
                </a:solidFill>
                <a:uFillTx/>
                <a:latin typeface="SB Sans Text"/>
                <a:ea typeface="SB Sans Text"/>
                <a:cs typeface="SB Sans Text"/>
                <a:sym typeface="SB Sans Text"/>
              </a:defRPr>
            </a:lvl3pPr>
            <a:lvl4pPr marL="1727200" marR="0" indent="-3556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solidFill>
                  <a:srgbClr val="516170"/>
                </a:solidFill>
                <a:uFillTx/>
                <a:latin typeface="SB Sans Text"/>
                <a:ea typeface="SB Sans Text"/>
                <a:cs typeface="SB Sans Text"/>
                <a:sym typeface="SB Sans Text"/>
              </a:defRPr>
            </a:lvl4pPr>
            <a:lvl5pPr marL="0" marR="0" indent="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2800" b="0" i="0" u="none" strike="noStrike" cap="none" spc="0" baseline="0">
                <a:solidFill>
                  <a:srgbClr val="516170"/>
                </a:solidFill>
                <a:uFillTx/>
                <a:latin typeface="SB Sans Text"/>
                <a:ea typeface="SB Sans Text"/>
                <a:cs typeface="SB Sans Text"/>
                <a:sym typeface="SB Sans Text"/>
              </a:defRPr>
            </a:lvl5pPr>
            <a:lvl6pPr marL="2641600" marR="0" indent="-3556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solidFill>
                  <a:srgbClr val="516170"/>
                </a:solidFill>
                <a:uFillTx/>
                <a:latin typeface="SB Sans Text"/>
                <a:ea typeface="SB Sans Text"/>
                <a:cs typeface="SB Sans Text"/>
                <a:sym typeface="SB Sans Text"/>
              </a:defRPr>
            </a:lvl6pPr>
            <a:lvl7pPr marL="3098800" marR="0" indent="-3556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solidFill>
                  <a:srgbClr val="516170"/>
                </a:solidFill>
                <a:uFillTx/>
                <a:latin typeface="SB Sans Text"/>
                <a:ea typeface="SB Sans Text"/>
                <a:cs typeface="SB Sans Text"/>
                <a:sym typeface="SB Sans Text"/>
              </a:defRPr>
            </a:lvl7pPr>
            <a:lvl8pPr marL="3556000" marR="0" indent="-3556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solidFill>
                  <a:srgbClr val="516170"/>
                </a:solidFill>
                <a:uFillTx/>
                <a:latin typeface="SB Sans Text"/>
                <a:ea typeface="SB Sans Text"/>
                <a:cs typeface="SB Sans Text"/>
                <a:sym typeface="SB Sans Text"/>
              </a:defRPr>
            </a:lvl8pPr>
            <a:lvl9pPr marL="4013200" marR="0" indent="-3556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solidFill>
                  <a:srgbClr val="516170"/>
                </a:solidFill>
                <a:uFillTx/>
                <a:latin typeface="SB Sans Text"/>
                <a:ea typeface="SB Sans Text"/>
                <a:cs typeface="SB Sans Text"/>
                <a:sym typeface="SB Sans Text"/>
              </a:defRPr>
            </a:lvl9pPr>
          </a:lstStyle>
          <a:p>
            <a:pPr marL="0" indent="0" hangingPunct="1">
              <a:buNone/>
            </a:pPr>
            <a:r>
              <a:rPr lang="ru-RU" sz="1400" b="1" dirty="0">
                <a:solidFill>
                  <a:srgbClr val="339189"/>
                </a:solidFill>
                <a:latin typeface="SB Sans Display Semibold" panose="020B0503040504020204" pitchFamily="34" charset="0"/>
                <a:cs typeface="SB Sans Display Semibold" panose="020B0503040504020204" pitchFamily="34" charset="0"/>
              </a:rPr>
              <a:t>FX spot</a:t>
            </a:r>
          </a:p>
          <a:p>
            <a:pPr hangingPunct="1"/>
            <a:r>
              <a:rPr lang="ru-RU" sz="1200" dirty="0">
                <a:solidFill>
                  <a:srgbClr val="333F48"/>
                </a:solidFill>
                <a:latin typeface="SB Sans Text Light" panose="020B0303040504020204" pitchFamily="34" charset="0"/>
                <a:cs typeface="SB Sans Text Light" panose="020B0303040504020204" pitchFamily="34" charset="0"/>
              </a:rPr>
              <a:t>Конверсия и спот через Open API или eFX-терминал</a:t>
            </a:r>
            <a:r>
              <a:rPr lang="en-US" sz="1200" dirty="0">
                <a:solidFill>
                  <a:srgbClr val="333F48"/>
                </a:solidFill>
                <a:latin typeface="SB Sans Text Light" panose="020B0303040504020204" pitchFamily="34" charset="0"/>
                <a:cs typeface="SB Sans Text Light" panose="020B0303040504020204" pitchFamily="34" charset="0"/>
              </a:rPr>
              <a:t/>
            </a:r>
            <a:r>
              <a:rPr lang="ru-RU" sz="1200" dirty="0">
                <a:solidFill>
                  <a:srgbClr val="333F48"/>
                </a:solidFill>
                <a:latin typeface="SB Sans Text Light" panose="020B0303040504020204" pitchFamily="34" charset="0"/>
                <a:cs typeface="SB Sans Text Light" panose="020B0303040504020204" pitchFamily="34" charset="0"/>
              </a:rPr>
              <a:t/>
            </a:r>
          </a:p>
        </p:txBody>
      </p:sp>
      <p:sp>
        <p:nvSpPr>
          <p:cNvPr id="43" name="Text Placeholder 22">
            <a:extLst>
              <a:ext uri="{FF2B5EF4-FFF2-40B4-BE49-F238E27FC236}">
                <a16:creationId xmlns:a16="http://schemas.microsoft.com/office/drawing/2014/main" id="{66433B3B-BD7B-8042-871F-793756547F86}"/>
              </a:ext>
            </a:extLst>
          </p:cNvPr>
          <p:cNvSpPr txBox="1">
            <a:spLocks/>
          </p:cNvSpPr>
          <p:nvPr/>
        </p:nvSpPr>
        <p:spPr>
          <a:xfrm>
            <a:off x="2979905" y="4444871"/>
            <a:ext cx="2571957" cy="1823954"/>
          </a:xfrm>
          <a:prstGeom prst="rect">
            <a:avLst/>
          </a:prstGeom>
        </p:spPr>
        <p:txBody>
          <a:bodyPr/>
          <a:lstStyle>
            <a:lvl1pPr marL="228600" marR="0" indent="-2286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solidFill>
                  <a:srgbClr val="516170"/>
                </a:solidFill>
                <a:uFillTx/>
                <a:latin typeface="SB Sans Text"/>
                <a:ea typeface="SB Sans Text"/>
                <a:cs typeface="SB Sans Text"/>
                <a:sym typeface="SB Sans Text"/>
              </a:defRPr>
            </a:lvl1pPr>
            <a:lvl2pPr marL="723900" marR="0" indent="-2667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solidFill>
                  <a:srgbClr val="516170"/>
                </a:solidFill>
                <a:uFillTx/>
                <a:latin typeface="SB Sans Text"/>
                <a:ea typeface="SB Sans Text"/>
                <a:cs typeface="SB Sans Text"/>
                <a:sym typeface="SB Sans Text"/>
              </a:defRPr>
            </a:lvl2pPr>
            <a:lvl3pPr marL="1234438" marR="0" indent="-320038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solidFill>
                  <a:srgbClr val="516170"/>
                </a:solidFill>
                <a:uFillTx/>
                <a:latin typeface="SB Sans Text"/>
                <a:ea typeface="SB Sans Text"/>
                <a:cs typeface="SB Sans Text"/>
                <a:sym typeface="SB Sans Text"/>
              </a:defRPr>
            </a:lvl3pPr>
            <a:lvl4pPr marL="1727200" marR="0" indent="-3556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solidFill>
                  <a:srgbClr val="516170"/>
                </a:solidFill>
                <a:uFillTx/>
                <a:latin typeface="SB Sans Text"/>
                <a:ea typeface="SB Sans Text"/>
                <a:cs typeface="SB Sans Text"/>
                <a:sym typeface="SB Sans Text"/>
              </a:defRPr>
            </a:lvl4pPr>
            <a:lvl5pPr marL="0" marR="0" indent="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2800" b="0" i="0" u="none" strike="noStrike" cap="none" spc="0" baseline="0">
                <a:solidFill>
                  <a:srgbClr val="516170"/>
                </a:solidFill>
                <a:uFillTx/>
                <a:latin typeface="SB Sans Text"/>
                <a:ea typeface="SB Sans Text"/>
                <a:cs typeface="SB Sans Text"/>
                <a:sym typeface="SB Sans Text"/>
              </a:defRPr>
            </a:lvl5pPr>
            <a:lvl6pPr marL="2641600" marR="0" indent="-3556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solidFill>
                  <a:srgbClr val="516170"/>
                </a:solidFill>
                <a:uFillTx/>
                <a:latin typeface="SB Sans Text"/>
                <a:ea typeface="SB Sans Text"/>
                <a:cs typeface="SB Sans Text"/>
                <a:sym typeface="SB Sans Text"/>
              </a:defRPr>
            </a:lvl6pPr>
            <a:lvl7pPr marL="3098800" marR="0" indent="-3556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solidFill>
                  <a:srgbClr val="516170"/>
                </a:solidFill>
                <a:uFillTx/>
                <a:latin typeface="SB Sans Text"/>
                <a:ea typeface="SB Sans Text"/>
                <a:cs typeface="SB Sans Text"/>
                <a:sym typeface="SB Sans Text"/>
              </a:defRPr>
            </a:lvl7pPr>
            <a:lvl8pPr marL="3556000" marR="0" indent="-3556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solidFill>
                  <a:srgbClr val="516170"/>
                </a:solidFill>
                <a:uFillTx/>
                <a:latin typeface="SB Sans Text"/>
                <a:ea typeface="SB Sans Text"/>
                <a:cs typeface="SB Sans Text"/>
                <a:sym typeface="SB Sans Text"/>
              </a:defRPr>
            </a:lvl8pPr>
            <a:lvl9pPr marL="4013200" marR="0" indent="-3556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solidFill>
                  <a:srgbClr val="516170"/>
                </a:solidFill>
                <a:uFillTx/>
                <a:latin typeface="SB Sans Text"/>
                <a:ea typeface="SB Sans Text"/>
                <a:cs typeface="SB Sans Text"/>
                <a:sym typeface="SB Sans Text"/>
              </a:defRPr>
            </a:lvl9pPr>
          </a:lstStyle>
          <a:p>
            <a:pPr marL="0" indent="0" hangingPunct="1">
              <a:buNone/>
            </a:pPr>
            <a:r>
              <a:rPr lang="ru-RU" sz="1400" b="1" dirty="0">
                <a:solidFill>
                  <a:srgbClr val="339189"/>
                </a:solidFill>
                <a:latin typeface="SB Sans Display Semibold" panose="020B0503040504020204" pitchFamily="34" charset="0"/>
                <a:cs typeface="SB Sans Display Semibold" panose="020B0503040504020204" pitchFamily="34" charset="0"/>
              </a:rPr>
              <a:t>Transactions</a:t>
            </a:r>
            <a:br>
              <a:rPr lang="ru-RU" sz="1400" b="1" dirty="0">
                <a:solidFill>
                  <a:srgbClr val="339189"/>
                </a:solidFill>
                <a:latin typeface="SB Sans Display Semibold" panose="020B0503040504020204" pitchFamily="34" charset="0"/>
                <a:cs typeface="SB Sans Display Semibold" panose="020B0503040504020204" pitchFamily="34" charset="0"/>
              </a:rPr>
            </a:br>
            <a:r>
              <a:rPr lang="ru-RU" sz="1400" b="1" dirty="0">
                <a:solidFill>
                  <a:srgbClr val="339189"/>
                </a:solidFill>
                <a:latin typeface="SB Sans Display Semibold" panose="020B0503040504020204" pitchFamily="34" charset="0"/>
                <a:cs typeface="SB Sans Display Semibold" panose="020B0503040504020204" pitchFamily="34" charset="0"/>
              </a:rPr>
              <a:t/>
            </a:r>
          </a:p>
          <a:p>
            <a:pPr>
              <a:lnSpc>
                <a:spcPct val="100000"/>
              </a:lnSpc>
            </a:pPr>
            <a:r>
              <a:rPr lang="ru-RU" sz="1200" dirty="0">
                <a:solidFill>
                  <a:srgbClr val="333F48"/>
                </a:solidFill>
                <a:latin typeface="SB Sans Text Light" panose="020B0303040504020204" pitchFamily="34" charset="0"/>
                <a:cs typeface="SB Sans Text Light" panose="020B0303040504020204" pitchFamily="34" charset="0"/>
              </a:rPr>
              <a:t>Платежи, выписки, H2H / Open API / sandbox</a:t>
            </a:r>
          </a:p>
          <a:p>
            <a:pPr>
              <a:lnSpc>
                <a:spcPct val="100000"/>
              </a:lnSpc>
            </a:pPr>
            <a:r>
              <a:rPr lang="ru-RU" sz="1200" dirty="0">
                <a:solidFill>
                  <a:srgbClr val="333F48"/>
                </a:solidFill>
                <a:latin typeface="SB Sans Text Light" panose="020B0303040504020204" pitchFamily="34" charset="0"/>
                <a:cs typeface="SB Sans Text Light" panose="020B0303040504020204" pitchFamily="34" charset="0"/>
              </a:rPr>
              <a:t/>
            </a:r>
          </a:p>
          <a:p>
            <a:pPr>
              <a:lnSpc>
                <a:spcPct val="100000"/>
              </a:lnSpc>
            </a:pPr>
            <a:r>
              <a:rPr lang="ru-RU" sz="1200" dirty="0">
                <a:solidFill>
                  <a:srgbClr val="333F48"/>
                </a:solidFill>
                <a:latin typeface="SB Sans Text Light" panose="020B0303040504020204" pitchFamily="34" charset="0"/>
                <a:cs typeface="SB Sans Text Light" panose="020B0303040504020204" pitchFamily="34" charset="0"/>
              </a:rPr>
              <a:t/>
            </a:r>
          </a:p>
        </p:txBody>
      </p:sp>
      <p:sp>
        <p:nvSpPr>
          <p:cNvPr id="44" name="Text Placeholder 24">
            <a:extLst>
              <a:ext uri="{FF2B5EF4-FFF2-40B4-BE49-F238E27FC236}">
                <a16:creationId xmlns:a16="http://schemas.microsoft.com/office/drawing/2014/main" id="{582295CE-A3DB-A941-920D-F6C1F94539B5}"/>
              </a:ext>
            </a:extLst>
          </p:cNvPr>
          <p:cNvSpPr txBox="1">
            <a:spLocks/>
          </p:cNvSpPr>
          <p:nvPr/>
        </p:nvSpPr>
        <p:spPr>
          <a:xfrm>
            <a:off x="7164159" y="4444870"/>
            <a:ext cx="2403544" cy="2103240"/>
          </a:xfrm>
          <a:prstGeom prst="rect">
            <a:avLst/>
          </a:prstGeom>
        </p:spPr>
        <p:txBody>
          <a:bodyPr/>
          <a:lstStyle>
            <a:lvl1pPr marL="228600" marR="0" indent="-2286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solidFill>
                  <a:srgbClr val="516170"/>
                </a:solidFill>
                <a:uFillTx/>
                <a:latin typeface="SB Sans Text"/>
                <a:ea typeface="SB Sans Text"/>
                <a:cs typeface="SB Sans Text"/>
                <a:sym typeface="SB Sans Text"/>
              </a:defRPr>
            </a:lvl1pPr>
            <a:lvl2pPr marL="723900" marR="0" indent="-2667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solidFill>
                  <a:srgbClr val="516170"/>
                </a:solidFill>
                <a:uFillTx/>
                <a:latin typeface="SB Sans Text"/>
                <a:ea typeface="SB Sans Text"/>
                <a:cs typeface="SB Sans Text"/>
                <a:sym typeface="SB Sans Text"/>
              </a:defRPr>
            </a:lvl2pPr>
            <a:lvl3pPr marL="1234438" marR="0" indent="-320038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solidFill>
                  <a:srgbClr val="516170"/>
                </a:solidFill>
                <a:uFillTx/>
                <a:latin typeface="SB Sans Text"/>
                <a:ea typeface="SB Sans Text"/>
                <a:cs typeface="SB Sans Text"/>
                <a:sym typeface="SB Sans Text"/>
              </a:defRPr>
            </a:lvl3pPr>
            <a:lvl4pPr marL="1727200" marR="0" indent="-3556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solidFill>
                  <a:srgbClr val="516170"/>
                </a:solidFill>
                <a:uFillTx/>
                <a:latin typeface="SB Sans Text"/>
                <a:ea typeface="SB Sans Text"/>
                <a:cs typeface="SB Sans Text"/>
                <a:sym typeface="SB Sans Text"/>
              </a:defRPr>
            </a:lvl4pPr>
            <a:lvl5pPr marL="0" marR="0" indent="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2800" b="0" i="0" u="none" strike="noStrike" cap="none" spc="0" baseline="0">
                <a:solidFill>
                  <a:srgbClr val="516170"/>
                </a:solidFill>
                <a:uFillTx/>
                <a:latin typeface="SB Sans Text"/>
                <a:ea typeface="SB Sans Text"/>
                <a:cs typeface="SB Sans Text"/>
                <a:sym typeface="SB Sans Text"/>
              </a:defRPr>
            </a:lvl5pPr>
            <a:lvl6pPr marL="2641600" marR="0" indent="-3556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solidFill>
                  <a:srgbClr val="516170"/>
                </a:solidFill>
                <a:uFillTx/>
                <a:latin typeface="SB Sans Text"/>
                <a:ea typeface="SB Sans Text"/>
                <a:cs typeface="SB Sans Text"/>
                <a:sym typeface="SB Sans Text"/>
              </a:defRPr>
            </a:lvl6pPr>
            <a:lvl7pPr marL="3098800" marR="0" indent="-3556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solidFill>
                  <a:srgbClr val="516170"/>
                </a:solidFill>
                <a:uFillTx/>
                <a:latin typeface="SB Sans Text"/>
                <a:ea typeface="SB Sans Text"/>
                <a:cs typeface="SB Sans Text"/>
                <a:sym typeface="SB Sans Text"/>
              </a:defRPr>
            </a:lvl7pPr>
            <a:lvl8pPr marL="3556000" marR="0" indent="-3556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solidFill>
                  <a:srgbClr val="516170"/>
                </a:solidFill>
                <a:uFillTx/>
                <a:latin typeface="SB Sans Text"/>
                <a:ea typeface="SB Sans Text"/>
                <a:cs typeface="SB Sans Text"/>
                <a:sym typeface="SB Sans Text"/>
              </a:defRPr>
            </a:lvl8pPr>
            <a:lvl9pPr marL="4013200" marR="0" indent="-3556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solidFill>
                  <a:srgbClr val="516170"/>
                </a:solidFill>
                <a:uFillTx/>
                <a:latin typeface="SB Sans Text"/>
                <a:ea typeface="SB Sans Text"/>
                <a:cs typeface="SB Sans Text"/>
                <a:sym typeface="SB Sans Text"/>
              </a:defRPr>
            </a:lvl9pPr>
          </a:lstStyle>
          <a:p>
            <a:pPr marL="0" indent="0" hangingPunct="1">
              <a:buNone/>
            </a:pPr>
            <a:r>
              <a:rPr lang="ru-RU" sz="1400" b="1" dirty="0">
                <a:solidFill>
                  <a:srgbClr val="339189"/>
                </a:solidFill>
                <a:latin typeface="SB Sans Display Semibold" panose="020B0503040504020204" pitchFamily="34" charset="0"/>
                <a:cs typeface="SB Sans Display Semibold" panose="020B0503040504020204" pitchFamily="34" charset="0"/>
              </a:rPr>
              <a:t>Credits + rates</a:t>
            </a:r>
          </a:p>
          <a:p>
            <a:pPr>
              <a:lnSpc>
                <a:spcPct val="100000"/>
              </a:lnSpc>
            </a:pPr>
            <a:r>
              <a:rPr lang="ru-RU" sz="1200" dirty="0" err="1">
                <a:solidFill>
                  <a:srgbClr val="333F48"/>
                </a:solidFill>
                <a:latin typeface="SB Sans Text Light" panose="020B0303040504020204" pitchFamily="34" charset="0"/>
                <a:cs typeface="SB Sans Text Light" panose="020B0303040504020204" pitchFamily="34" charset="0"/>
              </a:rPr>
              <a:t>Кредитные API; cap/floor публично не найдены</a:t>
            </a:r>
            <a:r>
              <a:rPr lang="ru-RU" sz="1200" dirty="0">
                <a:solidFill>
                  <a:srgbClr val="333F48"/>
                </a:solidFill>
                <a:latin typeface="SB Sans Text Light" panose="020B0303040504020204" pitchFamily="34" charset="0"/>
                <a:cs typeface="SB Sans Text Light" panose="020B0303040504020204" pitchFamily="34" charset="0"/>
              </a:rPr>
              <a:t/>
            </a:r>
            <a:br>
              <a:rPr lang="en-US" sz="1200" dirty="0">
                <a:solidFill>
                  <a:srgbClr val="333F48"/>
                </a:solidFill>
                <a:latin typeface="SB Sans Text Light" panose="020B0303040504020204" pitchFamily="34" charset="0"/>
                <a:cs typeface="SB Sans Text Light" panose="020B0303040504020204" pitchFamily="34" charset="0"/>
              </a:rPr>
            </a:br>
            <a:r>
              <a:rPr lang="ru-RU" sz="1200" dirty="0">
                <a:solidFill>
                  <a:srgbClr val="333F48"/>
                </a:solidFill>
                <a:latin typeface="SB Sans Text Light" panose="020B0303040504020204" pitchFamily="34" charset="0"/>
                <a:cs typeface="SB Sans Text Light" panose="020B0303040504020204" pitchFamily="34" charset="0"/>
              </a:rPr>
              <a:t/>
            </a:r>
            <a:r>
              <a:rPr lang="ru-RU" sz="1200" dirty="0" err="1">
                <a:solidFill>
                  <a:srgbClr val="333F48"/>
                </a:solidFill>
                <a:latin typeface="SB Sans Text Light" panose="020B0303040504020204" pitchFamily="34" charset="0"/>
                <a:cs typeface="SB Sans Text Light" panose="020B0303040504020204" pitchFamily="34" charset="0"/>
              </a:rPr>
              <a:t/>
            </a:r>
            <a:endParaRPr lang="ru-RU" sz="1200" dirty="0">
              <a:solidFill>
                <a:srgbClr val="333F48"/>
              </a:solidFill>
              <a:latin typeface="SB Sans Text Light" panose="020B0303040504020204" pitchFamily="34" charset="0"/>
              <a:cs typeface="SB Sans Text Light" panose="020B0303040504020204" pitchFamily="34" charset="0"/>
            </a:endParaRPr>
          </a:p>
        </p:txBody>
      </p:sp>
      <p:pic>
        <p:nvPicPr>
          <p:cNvPr id="19" name="Рисунок 86" descr="Рисунок 86">
            <a:extLst>
              <a:ext uri="{FF2B5EF4-FFF2-40B4-BE49-F238E27FC236}">
                <a16:creationId xmlns:a16="http://schemas.microsoft.com/office/drawing/2014/main" id="{4FD19A20-0B53-8C4F-96BA-7233D241F97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42675" y="3461889"/>
            <a:ext cx="363645" cy="337932"/>
          </a:xfrm>
          <a:prstGeom prst="rect">
            <a:avLst/>
          </a:prstGeom>
          <a:ln w="12700">
            <a:miter lim="400000"/>
          </a:ln>
        </p:spPr>
      </p:pic>
      <p:pic>
        <p:nvPicPr>
          <p:cNvPr id="20" name="Рисунок 92" descr="Рисунок 92">
            <a:extLst>
              <a:ext uri="{FF2B5EF4-FFF2-40B4-BE49-F238E27FC236}">
                <a16:creationId xmlns:a16="http://schemas.microsoft.com/office/drawing/2014/main" id="{FC9626C2-68EA-DD4F-A0C3-82880B3D9C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79794" y="3485181"/>
            <a:ext cx="358078" cy="359887"/>
          </a:xfrm>
          <a:prstGeom prst="rect">
            <a:avLst/>
          </a:prstGeom>
          <a:ln w="12700">
            <a:miter lim="400000"/>
          </a:ln>
        </p:spPr>
      </p:pic>
      <p:pic>
        <p:nvPicPr>
          <p:cNvPr id="21" name="Рисунок 20">
            <a:extLst>
              <a:ext uri="{FF2B5EF4-FFF2-40B4-BE49-F238E27FC236}">
                <a16:creationId xmlns:a16="http://schemas.microsoft.com/office/drawing/2014/main" id="{DCA1A851-5C2D-CC45-A8F5-72268B7FAFB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27840" y="3410877"/>
            <a:ext cx="361024" cy="443431"/>
          </a:xfrm>
          <a:prstGeom prst="rect">
            <a:avLst/>
          </a:prstGeom>
        </p:spPr>
      </p:pic>
      <p:pic>
        <p:nvPicPr>
          <p:cNvPr id="22" name="Рисунок 21">
            <a:extLst>
              <a:ext uri="{FF2B5EF4-FFF2-40B4-BE49-F238E27FC236}">
                <a16:creationId xmlns:a16="http://schemas.microsoft.com/office/drawing/2014/main" id="{B1DCBF2E-CC33-B945-9712-0917D95BBFC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15826" y="3444840"/>
            <a:ext cx="381429" cy="379512"/>
          </a:xfrm>
          <a:prstGeom prst="rect">
            <a:avLst/>
          </a:prstGeom>
        </p:spPr>
      </p:pic>
      <p:pic>
        <p:nvPicPr>
          <p:cNvPr id="23" name="Рисунок 22">
            <a:extLst>
              <a:ext uri="{FF2B5EF4-FFF2-40B4-BE49-F238E27FC236}">
                <a16:creationId xmlns:a16="http://schemas.microsoft.com/office/drawing/2014/main" id="{6DC9B6AA-917D-8942-A80E-C5B2EB73F02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71931" y="3485180"/>
            <a:ext cx="369127" cy="369127"/>
          </a:xfrm>
          <a:prstGeom prst="rect">
            <a:avLst/>
          </a:prstGeom>
        </p:spPr>
      </p:pic>
      <p:sp>
        <p:nvSpPr>
          <p:cNvPr id="24" name="Номер слайда">
            <a:extLst>
              <a:ext uri="{FF2B5EF4-FFF2-40B4-BE49-F238E27FC236}">
                <a16:creationId xmlns:a16="http://schemas.microsoft.com/office/drawing/2014/main" id="{29504947-B1F2-1546-8E6C-E09ABDF68F0B}"/>
              </a:ext>
            </a:extLst>
          </p:cNvPr>
          <p:cNvSpPr txBox="1">
            <a:spLocks noGrp="1"/>
          </p:cNvSpPr>
          <p:nvPr>
            <p:ph type="sldNum" sz="quarter" idx="4294967295"/>
          </p:nvPr>
        </p:nvSpPr>
        <p:spPr>
          <a:xfrm>
            <a:off x="11485372" y="6408409"/>
            <a:ext cx="325375" cy="139701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>
              <a:defRPr sz="900">
                <a:latin typeface="SB Sans Text Light"/>
                <a:ea typeface="SB Sans Text Light"/>
                <a:cs typeface="SB Sans Text Light"/>
                <a:sym typeface="SB Sans Text Light"/>
              </a:defRPr>
            </a:lvl1pPr>
          </a:lstStyle>
          <a:p>
            <a:r>
              <a:t>5</a:t>
            </a:r>
            <a:endParaRPr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846" name="Заголовок 1"/>
          <p:cNvSpPr txBox="1">
            <a:spLocks noGrp="1"/>
          </p:cNvSpPr>
          <p:nvPr>
            <p:ph type="title"/>
          </p:nvPr>
        </p:nvSpPr>
        <p:spPr>
          <a:xfrm>
            <a:off x="1163637" y="657225"/>
            <a:ext cx="9000002" cy="900113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>
                <a:solidFill>
                  <a:srgbClr val="323F48"/>
                </a:solidFill>
              </a:defRPr>
            </a:lvl1pPr>
          </a:lstStyle>
          <a:p>
            <a:r>
              <a:rPr lang="ru-RU" dirty="0"/>
              <a:t>Матрица банк × API</a:t>
            </a:r>
            <a:endParaRPr dirty="0"/>
          </a:p>
        </p:txBody>
      </p:sp>
      <p:sp>
        <p:nvSpPr>
          <p:cNvPr id="1848" name="Номер слайда"/>
          <p:cNvSpPr txBox="1">
            <a:spLocks noGrp="1"/>
          </p:cNvSpPr>
          <p:nvPr>
            <p:ph type="sldNum" sz="quarter" idx="4294967295"/>
          </p:nvPr>
        </p:nvSpPr>
        <p:spPr>
          <a:xfrm>
            <a:off x="11485372" y="6408409"/>
            <a:ext cx="325375" cy="139701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>
              <a:defRPr sz="900">
                <a:latin typeface="SB Sans Text Light"/>
                <a:ea typeface="SB Sans Text Light"/>
                <a:cs typeface="SB Sans Text Light"/>
                <a:sym typeface="SB Sans Text Light"/>
              </a:defRPr>
            </a:lvl1pPr>
          </a:lstStyle>
          <a:p>
            <a:r>
              <a:t>6</a:t>
            </a:r>
            <a:endParaRPr/>
          </a:p>
        </p:txBody>
      </p:sp>
      <p:graphicFrame>
        <p:nvGraphicFramePr>
          <p:cNvPr id="15" name="object 171">
            <a:extLst>
              <a:ext uri="{FF2B5EF4-FFF2-40B4-BE49-F238E27FC236}">
                <a16:creationId xmlns:a16="http://schemas.microsoft.com/office/drawing/2014/main" id="{DBF682EE-9C53-8B49-92F8-EBA53CC8D7C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76669096"/>
              </p:ext>
            </p:extLst>
          </p:nvPr>
        </p:nvGraphicFramePr>
        <p:xfrm>
          <a:off x="1163637" y="1516582"/>
          <a:ext cx="10321736" cy="4402358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10399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0531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4716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7405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2368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29553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27847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10114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426628">
                <a:tc>
                  <a:txBody>
                    <a:bodyPr/>
                    <a:lstStyle/>
                    <a:p>
                      <a:pPr indent="0" algn="l">
                        <a:spcAft>
                          <a:spcPts val="0"/>
                        </a:spcAft>
                      </a:pPr>
                      <a:r>
                        <a:rPr lang="uk-UA" sz="1200" b="0" i="0" dirty="0">
                          <a:solidFill>
                            <a:srgbClr val="00766C"/>
                          </a:solidFill>
                          <a:effectLst/>
                          <a:latin typeface="SB Sans Display" panose="020B0503040504020204" pitchFamily="34" charset="0"/>
                          <a:cs typeface="SB Sans Display" panose="020B0503040504020204" pitchFamily="34" charset="0"/>
                        </a:rPr>
                        <a:t>Банк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28575">
                      <a:noFill/>
                      <a:prstDash val="solid"/>
                    </a:lnT>
                    <a:lnB w="12700" cap="flat" cmpd="sng" algn="ctr">
                      <a:solidFill>
                        <a:srgbClr val="33918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46038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bg-BG" sz="1200" b="0" i="0" dirty="0">
                          <a:solidFill>
                            <a:srgbClr val="00766C"/>
                          </a:solidFill>
                          <a:effectLst/>
                          <a:latin typeface="SB Sans Display" panose="020B0503040504020204" pitchFamily="34" charset="0"/>
                          <a:cs typeface="SB Sans Display" panose="020B0503040504020204" pitchFamily="34" charset="0"/>
                        </a:rPr>
                        <a:t>FX spot</a:t>
                      </a:r>
                    </a:p>
                  </a:txBody>
                  <a:tcPr marL="36000" anchor="ctr">
                    <a:lnL>
                      <a:noFill/>
                    </a:lnL>
                    <a:lnR>
                      <a:noFill/>
                    </a:lnR>
                    <a:lnT w="28575">
                      <a:noFill/>
                      <a:prstDash val="solid"/>
                    </a:lnT>
                    <a:lnB w="12700" cap="flat" cmpd="sng" algn="ctr">
                      <a:solidFill>
                        <a:srgbClr val="33918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ru-RU" sz="1200" b="0" i="0" dirty="0">
                          <a:solidFill>
                            <a:srgbClr val="00766C"/>
                          </a:solidFill>
                          <a:effectLst/>
                          <a:latin typeface="SB Sans Display" panose="020B0503040504020204" pitchFamily="34" charset="0"/>
                          <a:cs typeface="SB Sans Display" panose="020B0503040504020204" pitchFamily="34" charset="0"/>
                        </a:rPr>
                        <a:t>Broker</a:t>
                      </a:r>
                      <a:endParaRPr lang="en-GB" sz="1200" b="0" i="0" dirty="0">
                        <a:solidFill>
                          <a:srgbClr val="00766C"/>
                        </a:solidFill>
                        <a:effectLst/>
                        <a:latin typeface="SB Sans Display" panose="020B0503040504020204" pitchFamily="34" charset="0"/>
                        <a:ea typeface="Calibri" charset="0"/>
                        <a:cs typeface="SB Sans Display" panose="020B0503040504020204" pitchFamily="34" charset="0"/>
                      </a:endParaRPr>
                    </a:p>
                  </a:txBody>
                  <a:tcPr marL="36000" anchor="ctr">
                    <a:lnL>
                      <a:noFill/>
                    </a:lnL>
                    <a:lnR>
                      <a:noFill/>
                    </a:lnR>
                    <a:lnT w="28575">
                      <a:noFill/>
                      <a:prstDash val="solid"/>
                    </a:lnT>
                    <a:lnB w="12700" cap="flat" cmpd="sng" algn="ctr">
                      <a:solidFill>
                        <a:srgbClr val="33918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ru-RU" sz="1200" b="0" i="0" dirty="0">
                          <a:solidFill>
                            <a:srgbClr val="00766C"/>
                          </a:solidFill>
                          <a:effectLst/>
                          <a:latin typeface="SB Sans Display" panose="020B0503040504020204" pitchFamily="34" charset="0"/>
                          <a:cs typeface="SB Sans Display" panose="020B0503040504020204" pitchFamily="34" charset="0"/>
                        </a:rPr>
                        <a:t>Dep/Swap</a:t>
                      </a:r>
                      <a:endParaRPr lang="en-GB" sz="1200" b="0" i="0" dirty="0">
                        <a:solidFill>
                          <a:srgbClr val="00766C"/>
                        </a:solidFill>
                        <a:effectLst/>
                        <a:latin typeface="SB Sans Display" panose="020B0503040504020204" pitchFamily="34" charset="0"/>
                        <a:ea typeface="Calibri" charset="0"/>
                        <a:cs typeface="SB Sans Display" panose="020B0503040504020204" pitchFamily="34" charset="0"/>
                      </a:endParaRPr>
                    </a:p>
                  </a:txBody>
                  <a:tcPr marL="36000" anchor="ctr">
                    <a:lnL>
                      <a:noFill/>
                    </a:lnL>
                    <a:lnR>
                      <a:noFill/>
                    </a:lnR>
                    <a:lnT w="28575">
                      <a:noFill/>
                      <a:prstDash val="solid"/>
                    </a:lnT>
                    <a:lnB w="12700" cap="flat" cmpd="sng" algn="ctr">
                      <a:solidFill>
                        <a:srgbClr val="33918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ru-RU" sz="1200" b="0" i="0" dirty="0">
                          <a:solidFill>
                            <a:srgbClr val="00766C"/>
                          </a:solidFill>
                          <a:effectLst/>
                          <a:latin typeface="SB Sans Display" panose="020B0503040504020204" pitchFamily="34" charset="0"/>
                          <a:cs typeface="SB Sans Display" panose="020B0503040504020204" pitchFamily="34" charset="0"/>
                        </a:rPr>
                        <a:t>Credits</a:t>
                      </a:r>
                      <a:r>
                        <a:rPr lang="en-GB" sz="1200" b="0" i="0" dirty="0">
                          <a:solidFill>
                            <a:srgbClr val="00766C"/>
                          </a:solidFill>
                          <a:effectLst/>
                          <a:latin typeface="SB Sans Display" panose="020B0503040504020204" pitchFamily="34" charset="0"/>
                          <a:cs typeface="SB Sans Display" panose="020B0503040504020204" pitchFamily="34" charset="0"/>
                        </a:rPr>
                        <a:t/>
                      </a:r>
                      <a:endParaRPr lang="en-GB" sz="1200" b="0" i="0" dirty="0">
                        <a:solidFill>
                          <a:srgbClr val="00766C"/>
                        </a:solidFill>
                        <a:effectLst/>
                        <a:latin typeface="SB Sans Display" panose="020B0503040504020204" pitchFamily="34" charset="0"/>
                        <a:ea typeface="Calibri" charset="0"/>
                        <a:cs typeface="SB Sans Display" panose="020B0503040504020204" pitchFamily="34" charset="0"/>
                      </a:endParaRPr>
                    </a:p>
                  </a:txBody>
                  <a:tcPr marL="36000" anchor="ctr">
                    <a:lnL>
                      <a:noFill/>
                    </a:lnL>
                    <a:lnR>
                      <a:noFill/>
                    </a:lnR>
                    <a:lnT w="28575">
                      <a:noFill/>
                      <a:prstDash val="solid"/>
                    </a:lnT>
                    <a:lnB w="12700" cap="flat" cmpd="sng" algn="ctr">
                      <a:solidFill>
                        <a:srgbClr val="33918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ru-RU" sz="1200" b="0" i="0" dirty="0">
                          <a:solidFill>
                            <a:srgbClr val="00766C"/>
                          </a:solidFill>
                          <a:effectLst/>
                          <a:latin typeface="SB Sans Display" panose="020B0503040504020204" pitchFamily="34" charset="0"/>
                          <a:cs typeface="SB Sans Display" panose="020B0503040504020204" pitchFamily="34" charset="0"/>
                        </a:rPr>
                        <a:t>Txn</a:t>
                      </a:r>
                      <a:endParaRPr lang="en-GB" sz="1200" b="0" i="0" dirty="0">
                        <a:solidFill>
                          <a:srgbClr val="00766C"/>
                        </a:solidFill>
                        <a:effectLst/>
                        <a:latin typeface="SB Sans Display" panose="020B0503040504020204" pitchFamily="34" charset="0"/>
                        <a:ea typeface="Calibri" charset="0"/>
                        <a:cs typeface="SB Sans Display" panose="020B0503040504020204" pitchFamily="34" charset="0"/>
                      </a:endParaRPr>
                    </a:p>
                  </a:txBody>
                  <a:tcPr marL="36000" anchor="ctr">
                    <a:lnL>
                      <a:noFill/>
                    </a:lnL>
                    <a:lnR>
                      <a:noFill/>
                    </a:lnR>
                    <a:lnT w="28575">
                      <a:noFill/>
                      <a:prstDash val="solid"/>
                    </a:lnT>
                    <a:lnB w="12700" cap="flat" cmpd="sng" algn="ctr">
                      <a:solidFill>
                        <a:srgbClr val="33918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ru-RU" sz="1200" b="0" i="0" kern="1200" dirty="0">
                          <a:solidFill>
                            <a:srgbClr val="00766C"/>
                          </a:solidFill>
                          <a:effectLst/>
                          <a:latin typeface="SB Sans Display" panose="020B0503040504020204" pitchFamily="34" charset="0"/>
                          <a:ea typeface="+mn-ea"/>
                          <a:cs typeface="SB Sans Display" panose="020B0503040504020204" pitchFamily="34" charset="0"/>
                        </a:rPr>
                        <a:t>Доступ</a:t>
                      </a:r>
                      <a:endParaRPr lang="en-GB" sz="1200" b="0" i="0" dirty="0">
                        <a:solidFill>
                          <a:srgbClr val="00766C"/>
                        </a:solidFill>
                        <a:effectLst/>
                        <a:latin typeface="SB Sans Display" panose="020B0503040504020204" pitchFamily="34" charset="0"/>
                        <a:ea typeface="Calibri" charset="0"/>
                        <a:cs typeface="SB Sans Display" panose="020B0503040504020204" pitchFamily="34" charset="0"/>
                      </a:endParaRPr>
                    </a:p>
                  </a:txBody>
                  <a:tcPr marL="36000" anchor="ctr">
                    <a:lnL>
                      <a:noFill/>
                    </a:lnL>
                    <a:lnR>
                      <a:noFill/>
                    </a:lnR>
                    <a:lnT w="28575">
                      <a:noFill/>
                      <a:prstDash val="solid"/>
                    </a:lnT>
                    <a:lnB w="12700" cap="flat" cmpd="sng" algn="ctr">
                      <a:solidFill>
                        <a:srgbClr val="33918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ru-RU" sz="1200" b="0" i="0" dirty="0">
                          <a:solidFill>
                            <a:srgbClr val="00766C"/>
                          </a:solidFill>
                          <a:effectLst/>
                          <a:latin typeface="SB Sans Display" panose="020B0503040504020204" pitchFamily="34" charset="0"/>
                          <a:cs typeface="SB Sans Display" panose="020B0503040504020204" pitchFamily="34" charset="0"/>
                        </a:rPr>
                        <a:t>Коммент</a:t>
                      </a:r>
                      <a:endParaRPr lang="en-GB" sz="1200" b="0" i="0" dirty="0">
                        <a:solidFill>
                          <a:srgbClr val="00766C"/>
                        </a:solidFill>
                        <a:effectLst/>
                        <a:latin typeface="SB Sans Display" panose="020B0503040504020204" pitchFamily="34" charset="0"/>
                        <a:ea typeface="Calibri" charset="0"/>
                        <a:cs typeface="SB Sans Display" panose="020B0503040504020204" pitchFamily="34" charset="0"/>
                      </a:endParaRPr>
                    </a:p>
                  </a:txBody>
                  <a:tcPr marL="36000" anchor="ctr">
                    <a:lnL>
                      <a:noFill/>
                    </a:lnL>
                    <a:lnR>
                      <a:noFill/>
                    </a:lnR>
                    <a:lnT w="28575">
                      <a:noFill/>
                      <a:prstDash val="solid"/>
                    </a:lnT>
                    <a:lnB w="12700" cap="flat" cmpd="sng" algn="ctr">
                      <a:solidFill>
                        <a:srgbClr val="33918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4324">
                <a:tc rowSpan="4">
                  <a:txBody>
                    <a:bodyPr/>
                    <a:lstStyle/>
                    <a:p>
                      <a:pPr marR="243840" indent="0" algn="l">
                        <a:lnSpc>
                          <a:spcPct val="100000"/>
                        </a:lnSpc>
                        <a:spcBef>
                          <a:spcPts val="1010"/>
                        </a:spcBef>
                      </a:pPr>
                      <a:r>
                        <a:rPr sz="1200" b="0" i="0" spc="-10" dirty="0">
                          <a:solidFill>
                            <a:schemeClr val="tx1"/>
                          </a:solidFill>
                          <a:latin typeface="SB Sans Text Light" panose="020B0303040504020204" pitchFamily="34" charset="0"/>
                          <a:cs typeface="SB Sans Text Light" panose="020B0303040504020204" pitchFamily="34" charset="0"/>
                        </a:rPr>
                        <a:t>Сбер</a:t>
                      </a:r>
                      <a:r>
                        <a:rPr sz="1200" b="0" i="0" spc="-140" dirty="0">
                          <a:solidFill>
                            <a:schemeClr val="tx1"/>
                          </a:solidFill>
                          <a:latin typeface="SB Sans Text Light" panose="020B0303040504020204" pitchFamily="34" charset="0"/>
                          <a:cs typeface="SB Sans Text Light" panose="020B0303040504020204" pitchFamily="34" charset="0"/>
                        </a:rPr>
                        <a:t/>
                      </a:r>
                      <a:r>
                        <a:rPr sz="1200" b="0" i="0" spc="10" dirty="0">
                          <a:solidFill>
                            <a:schemeClr val="tx1"/>
                          </a:solidFill>
                          <a:latin typeface="SB Sans Text Light" panose="020B0303040504020204" pitchFamily="34" charset="0"/>
                          <a:cs typeface="SB Sans Text Light" panose="020B0303040504020204" pitchFamily="34" charset="0"/>
                        </a:rPr>
                        <a:t/>
                      </a:r>
                      <a:endParaRPr sz="1200" b="0" i="0" dirty="0">
                        <a:solidFill>
                          <a:schemeClr val="tx1"/>
                        </a:solidFill>
                        <a:latin typeface="SB Sans Text Light" panose="020B0303040504020204" pitchFamily="34" charset="0"/>
                        <a:cs typeface="SB Sans Text Light" panose="020B0303040504020204" pitchFamily="34" charset="0"/>
                      </a:endParaRPr>
                    </a:p>
                  </a:txBody>
                  <a:tcPr marL="72000" marR="0" marT="36000" marB="36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33918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325"/>
                        </a:spcBef>
                      </a:pPr>
                      <a:r>
                        <a:rPr sz="1200" b="0" i="0" spc="-5" dirty="0">
                          <a:solidFill>
                            <a:schemeClr val="tx1"/>
                          </a:solidFill>
                          <a:latin typeface="SB Sans Text Light" panose="020B0303040504020204" pitchFamily="34" charset="0"/>
                          <a:cs typeface="SB Sans Text Light" panose="020B0303040504020204" pitchFamily="34" charset="0"/>
                        </a:rPr>
                        <a:t>◐</a:t>
                      </a:r>
                      <a:r>
                        <a:rPr sz="1200" b="0" i="0" spc="0" dirty="0">
                          <a:solidFill>
                            <a:schemeClr val="tx1"/>
                          </a:solidFill>
                          <a:latin typeface="SB Sans Text Light" panose="020B0303040504020204" pitchFamily="34" charset="0"/>
                          <a:cs typeface="SB Sans Text Light" panose="020B0303040504020204" pitchFamily="34" charset="0"/>
                        </a:rPr>
                        <a:t/>
                      </a:r>
                      <a:r>
                        <a:rPr sz="1200" b="0" i="0" spc="-150" dirty="0">
                          <a:solidFill>
                            <a:schemeClr val="tx1"/>
                          </a:solidFill>
                          <a:latin typeface="SB Sans Text Light" panose="020B0303040504020204" pitchFamily="34" charset="0"/>
                          <a:cs typeface="SB Sans Text Light" panose="020B0303040504020204" pitchFamily="34" charset="0"/>
                        </a:rPr>
                        <a:t/>
                      </a:r>
                      <a:r>
                        <a:rPr sz="1200" b="0" i="0" spc="55" dirty="0">
                          <a:solidFill>
                            <a:schemeClr val="tx1"/>
                          </a:solidFill>
                          <a:latin typeface="SB Sans Text Light" panose="020B0303040504020204" pitchFamily="34" charset="0"/>
                          <a:cs typeface="SB Sans Text Light" panose="020B0303040504020204" pitchFamily="34" charset="0"/>
                        </a:rPr>
                        <a:t/>
                      </a:r>
                      <a:endParaRPr sz="1200" b="0" i="0" dirty="0">
                        <a:solidFill>
                          <a:schemeClr val="tx1"/>
                        </a:solidFill>
                        <a:latin typeface="SB Sans Text Light" panose="020B0303040504020204" pitchFamily="34" charset="0"/>
                        <a:cs typeface="SB Sans Text Light" panose="020B0303040504020204" pitchFamily="34" charset="0"/>
                      </a:endParaRPr>
                    </a:p>
                  </a:txBody>
                  <a:tcPr marL="72000" marR="72000" marT="36000" marB="36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33918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❌</a:t>
                      </a:r>
                    </a:p>
                  </a:txBody>
                  <a:tcPr marL="0" marR="0" marT="36000" marB="36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33918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02766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◐</a:t>
                      </a:r>
                    </a:p>
                  </a:txBody>
                  <a:tcPr marL="0" marR="0" marT="36000" marB="36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33918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02766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◐</a:t>
                      </a:r>
                    </a:p>
                  </a:txBody>
                  <a:tcPr marL="0" marR="0" marT="36000" marB="36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33918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t>✅</a:t>
                      </a:r>
                    </a:p>
                  </a:txBody>
                  <a:tcPr marL="0" marR="0" marT="36000" marB="36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33918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t>Open API+CIB</a:t>
                      </a:r>
                    </a:p>
                  </a:txBody>
                  <a:tcPr marL="0" marR="0" marT="36000" marB="36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33918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Депозиты, conv</a:t>
                      </a:r>
                    </a:p>
                  </a:txBody>
                  <a:tcPr marL="0" marR="0" marT="36000" marB="36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33918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4324">
                <a:tc vMerge="1">
                  <a:txBody>
                    <a:bodyPr/>
                    <a:lstStyle/>
                    <a:p>
                      <a:r>
                        <a:t>ВТБ</a:t>
                      </a:r>
                    </a:p>
                  </a:txBody>
                  <a:tcPr marL="0" marR="0" marT="128270" marB="0"/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315"/>
                        </a:spcBef>
                      </a:pPr>
                      <a:r>
                        <a:rPr sz="1200" b="0" i="0" spc="-5" dirty="0">
                          <a:solidFill>
                            <a:schemeClr val="tx1"/>
                          </a:solidFill>
                          <a:latin typeface="SB Sans Text Light" panose="020B0303040504020204" pitchFamily="34" charset="0"/>
                          <a:cs typeface="SB Sans Text Light" panose="020B0303040504020204" pitchFamily="34" charset="0"/>
                        </a:rPr>
                        <a:t>◐</a:t>
                      </a:r>
                      <a:r>
                        <a:rPr sz="1200" b="0" i="0" spc="-70" dirty="0">
                          <a:solidFill>
                            <a:schemeClr val="tx1"/>
                          </a:solidFill>
                          <a:latin typeface="SB Sans Text Light" panose="020B0303040504020204" pitchFamily="34" charset="0"/>
                          <a:cs typeface="SB Sans Text Light" panose="020B0303040504020204" pitchFamily="34" charset="0"/>
                        </a:rPr>
                        <a:t/>
                      </a:r>
                      <a:r>
                        <a:rPr sz="1200" b="0" i="0" spc="-5" dirty="0">
                          <a:solidFill>
                            <a:schemeClr val="tx1"/>
                          </a:solidFill>
                          <a:latin typeface="SB Sans Text Light" panose="020B0303040504020204" pitchFamily="34" charset="0"/>
                          <a:cs typeface="SB Sans Text Light" panose="020B0303040504020204" pitchFamily="34" charset="0"/>
                        </a:rPr>
                        <a:t/>
                      </a:r>
                      <a:r>
                        <a:rPr sz="1200" b="0" i="0" spc="-70" dirty="0">
                          <a:solidFill>
                            <a:schemeClr val="tx1"/>
                          </a:solidFill>
                          <a:latin typeface="SB Sans Text Light" panose="020B0303040504020204" pitchFamily="34" charset="0"/>
                          <a:cs typeface="SB Sans Text Light" panose="020B0303040504020204" pitchFamily="34" charset="0"/>
                        </a:rPr>
                        <a:t/>
                      </a:r>
                      <a:r>
                        <a:rPr sz="1200" b="0" i="0" spc="15" dirty="0">
                          <a:solidFill>
                            <a:schemeClr val="tx1"/>
                          </a:solidFill>
                          <a:latin typeface="SB Sans Text Light" panose="020B0303040504020204" pitchFamily="34" charset="0"/>
                          <a:cs typeface="SB Sans Text Light" panose="020B0303040504020204" pitchFamily="34" charset="0"/>
                        </a:rPr>
                        <a:t/>
                      </a:r>
                      <a:r>
                        <a:rPr sz="1200" b="0" i="0" spc="-70" dirty="0">
                          <a:solidFill>
                            <a:schemeClr val="tx1"/>
                          </a:solidFill>
                          <a:latin typeface="SB Sans Text Light" panose="020B0303040504020204" pitchFamily="34" charset="0"/>
                          <a:cs typeface="SB Sans Text Light" panose="020B0303040504020204" pitchFamily="34" charset="0"/>
                        </a:rPr>
                        <a:t/>
                      </a:r>
                      <a:r>
                        <a:rPr sz="1200" b="0" i="0" spc="-10" dirty="0">
                          <a:solidFill>
                            <a:schemeClr val="tx1"/>
                          </a:solidFill>
                          <a:latin typeface="SB Sans Text Light" panose="020B0303040504020204" pitchFamily="34" charset="0"/>
                          <a:cs typeface="SB Sans Text Light" panose="020B0303040504020204" pitchFamily="34" charset="0"/>
                        </a:rPr>
                        <a:t/>
                      </a:r>
                      <a:endParaRPr sz="1200" b="0" i="0" dirty="0">
                        <a:solidFill>
                          <a:schemeClr val="tx1"/>
                        </a:solidFill>
                        <a:latin typeface="SB Sans Text Light" panose="020B0303040504020204" pitchFamily="34" charset="0"/>
                        <a:cs typeface="SB Sans Text Light" panose="020B0303040504020204" pitchFamily="34" charset="0"/>
                      </a:endParaRPr>
                    </a:p>
                  </a:txBody>
                  <a:tcPr marL="72000" marR="72000" marT="36000" marB="360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❌</a:t>
                      </a:r>
                    </a:p>
                  </a:txBody>
                  <a:tcPr marL="0" marR="0" marT="36000" marB="360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◐</a:t>
                      </a:r>
                    </a:p>
                  </a:txBody>
                  <a:tcPr marL="0" marR="0" marT="36000" marB="360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02766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❌</a:t>
                      </a:r>
                    </a:p>
                  </a:txBody>
                  <a:tcPr marL="0" marR="0" marT="36000" marB="360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02766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✅</a:t>
                      </a:r>
                    </a:p>
                  </a:txBody>
                  <a:tcPr marL="0" marR="0" marT="36000" marB="360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02766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H2H+eFX</a:t>
                      </a:r>
                    </a:p>
                  </a:txBody>
                  <a:tcPr marL="0" marR="0" marT="36000" marB="360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t>Терминал FX</a:t>
                      </a:r>
                    </a:p>
                  </a:txBody>
                  <a:tcPr marL="0" marR="0" marT="36000" marB="360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4324">
                <a:tc vMerge="1">
                  <a:txBody>
                    <a:bodyPr/>
                    <a:lstStyle/>
                    <a:p>
                      <a:r>
                        <a:t>ГПБ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795"/>
                        </a:spcBef>
                      </a:pPr>
                      <a:r>
                        <a:rPr lang="ru-RU" sz="1200" b="0" i="0" dirty="0">
                          <a:solidFill>
                            <a:schemeClr val="tx1"/>
                          </a:solidFill>
                          <a:latin typeface="SB Sans Text Light" panose="020B0303040504020204" pitchFamily="34" charset="0"/>
                          <a:cs typeface="SB Sans Text Light" panose="020B0303040504020204" pitchFamily="34" charset="0"/>
                        </a:rPr>
                        <a:t>◐</a:t>
                      </a:r>
                    </a:p>
                  </a:txBody>
                  <a:tcPr marL="72000" marR="72000" marT="36000" marB="360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❌</a:t>
                      </a:r>
                    </a:p>
                  </a:txBody>
                  <a:tcPr marL="0" marR="0" marT="36000" marB="360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t>❌</a:t>
                      </a:r>
                    </a:p>
                  </a:txBody>
                  <a:tcPr marL="0" marR="0" marT="36000" marB="360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t>❌</a:t>
                      </a:r>
                    </a:p>
                  </a:txBody>
                  <a:tcPr marL="0" marR="0" marT="36000" marB="360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00766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✅</a:t>
                      </a:r>
                    </a:p>
                  </a:txBody>
                  <a:tcPr marL="0" marR="0" marT="36000" marB="360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00766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H2H</a:t>
                      </a:r>
                    </a:p>
                  </a:txBody>
                  <a:tcPr marL="0" marR="0" marT="36000" marB="360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00766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API курсов</a:t>
                      </a:r>
                    </a:p>
                  </a:txBody>
                  <a:tcPr marL="0" marR="0" marT="36000" marB="360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4324">
                <a:tc vMerge="1">
                  <a:txBody>
                    <a:bodyPr/>
                    <a:lstStyle/>
                    <a:p>
                      <a:r>
                        <a:t>Альфа</a:t>
                      </a:r>
                    </a:p>
                  </a:txBody>
                  <a:tcPr marL="0" marR="0" marT="0" marB="0">
                    <a:lnB w="12700" cap="flat" cmpd="sng" algn="ctr">
                      <a:solidFill>
                        <a:srgbClr val="F7967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315"/>
                        </a:spcBef>
                      </a:pPr>
                      <a:r>
                        <a:rPr sz="1200" b="0" i="0" spc="-15" dirty="0">
                          <a:solidFill>
                            <a:schemeClr val="tx1"/>
                          </a:solidFill>
                          <a:latin typeface="SB Sans Text Light" panose="020B0303040504020204" pitchFamily="34" charset="0"/>
                          <a:cs typeface="SB Sans Text Light" panose="020B0303040504020204" pitchFamily="34" charset="0"/>
                        </a:rPr>
                        <a:t>◐</a:t>
                      </a:r>
                      <a:r>
                        <a:rPr sz="1200" b="0" i="0" spc="-5" dirty="0">
                          <a:solidFill>
                            <a:schemeClr val="tx1"/>
                          </a:solidFill>
                          <a:latin typeface="SB Sans Text Light" panose="020B0303040504020204" pitchFamily="34" charset="0"/>
                          <a:cs typeface="SB Sans Text Light" panose="020B0303040504020204" pitchFamily="34" charset="0"/>
                        </a:rPr>
                        <a:t/>
                      </a:r>
                      <a:r>
                        <a:rPr sz="1200" b="0" i="0" spc="-10" dirty="0">
                          <a:solidFill>
                            <a:schemeClr val="tx1"/>
                          </a:solidFill>
                          <a:latin typeface="SB Sans Text Light" panose="020B0303040504020204" pitchFamily="34" charset="0"/>
                          <a:cs typeface="SB Sans Text Light" panose="020B0303040504020204" pitchFamily="34" charset="0"/>
                        </a:rPr>
                        <a:t/>
                      </a:r>
                      <a:r>
                        <a:rPr sz="1200" b="0" i="0" spc="-160" dirty="0">
                          <a:solidFill>
                            <a:schemeClr val="tx1"/>
                          </a:solidFill>
                          <a:latin typeface="SB Sans Text Light" panose="020B0303040504020204" pitchFamily="34" charset="0"/>
                          <a:cs typeface="SB Sans Text Light" panose="020B0303040504020204" pitchFamily="34" charset="0"/>
                        </a:rPr>
                        <a:t/>
                      </a:r>
                      <a:r>
                        <a:rPr sz="1200" b="0" i="0" spc="5" dirty="0">
                          <a:solidFill>
                            <a:schemeClr val="tx1"/>
                          </a:solidFill>
                          <a:latin typeface="SB Sans Text Light" panose="020B0303040504020204" pitchFamily="34" charset="0"/>
                          <a:cs typeface="SB Sans Text Light" panose="020B0303040504020204" pitchFamily="34" charset="0"/>
                        </a:rPr>
                        <a:t/>
                      </a:r>
                      <a:endParaRPr sz="1200" b="0" i="0" dirty="0">
                        <a:solidFill>
                          <a:schemeClr val="tx1"/>
                        </a:solidFill>
                        <a:latin typeface="SB Sans Text Light" panose="020B0303040504020204" pitchFamily="34" charset="0"/>
                        <a:cs typeface="SB Sans Text Light" panose="020B0303040504020204" pitchFamily="34" charset="0"/>
                      </a:endParaRPr>
                    </a:p>
                  </a:txBody>
                  <a:tcPr marL="72000" marR="72000" marT="36000" marB="360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✅</a:t>
                      </a:r>
                    </a:p>
                  </a:txBody>
                  <a:tcPr marL="0" marR="0" marT="36000" marB="360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◐</a:t>
                      </a:r>
                    </a:p>
                  </a:txBody>
                  <a:tcPr marL="0" marR="0" marT="36000" marB="360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◐</a:t>
                      </a:r>
                    </a:p>
                  </a:txBody>
                  <a:tcPr marL="0" marR="0" marT="36000" marB="360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t>✅</a:t>
                      </a:r>
                    </a:p>
                  </a:txBody>
                  <a:tcPr marL="0" marR="0" marT="36000" marB="360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766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API+H2H+PRO</a:t>
                      </a:r>
                    </a:p>
                  </a:txBody>
                  <a:tcPr marL="0" marR="0" marT="36000" marB="360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766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Сильный portal</a:t>
                      </a:r>
                    </a:p>
                  </a:txBody>
                  <a:tcPr marL="0" marR="0" marT="36000" marB="360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766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4324">
                <a:tc rowSpan="4">
                  <a:txBody>
                    <a:bodyPr/>
                    <a:lstStyle/>
                    <a:p>
                      <a:pPr marR="243840" lvl="3" indent="0" algn="l">
                        <a:lnSpc>
                          <a:spcPts val="1260"/>
                        </a:lnSpc>
                        <a:spcBef>
                          <a:spcPts val="400"/>
                        </a:spcBef>
                      </a:pPr>
                      <a:r>
                        <a:rPr lang="ru-RU" sz="1200" b="0" i="0" dirty="0">
                          <a:solidFill>
                            <a:schemeClr val="tx1"/>
                          </a:solidFill>
                          <a:latin typeface="SB Sans Text Light" panose="020B0303040504020204" pitchFamily="34" charset="0"/>
                          <a:cs typeface="SB Sans Text Light" panose="020B0303040504020204" pitchFamily="34" charset="0"/>
                        </a:rPr>
                        <a:t>ПСБ</a:t>
                      </a:r>
                      <a:r>
                        <a:rPr lang="ru-RU" sz="1200" b="0" i="0" spc="-140" dirty="0">
                          <a:solidFill>
                            <a:schemeClr val="tx1"/>
                          </a:solidFill>
                          <a:latin typeface="SB Sans Text Light" panose="020B0303040504020204" pitchFamily="34" charset="0"/>
                          <a:cs typeface="SB Sans Text Light" panose="020B0303040504020204" pitchFamily="34" charset="0"/>
                        </a:rPr>
                        <a:t/>
                      </a:r>
                      <a:r>
                        <a:rPr lang="ru-RU" sz="1200" b="0" i="0" spc="10" dirty="0">
                          <a:solidFill>
                            <a:schemeClr val="tx1"/>
                          </a:solidFill>
                          <a:latin typeface="SB Sans Text Light" panose="020B0303040504020204" pitchFamily="34" charset="0"/>
                          <a:cs typeface="SB Sans Text Light" panose="020B0303040504020204" pitchFamily="34" charset="0"/>
                        </a:rPr>
                        <a:t/>
                      </a:r>
                      <a:br>
                        <a:rPr lang="ru-RU" sz="1200" b="0" i="0" spc="10" dirty="0">
                          <a:solidFill>
                            <a:schemeClr val="tx1"/>
                          </a:solidFill>
                          <a:latin typeface="SB Sans Text Light" panose="020B0303040504020204" pitchFamily="34" charset="0"/>
                          <a:cs typeface="SB Sans Text Light" panose="020B0303040504020204" pitchFamily="34" charset="0"/>
                        </a:rPr>
                      </a:br>
                      <a:r>
                        <a:rPr lang="ru-RU" sz="1200" b="0" i="0" dirty="0">
                          <a:solidFill>
                            <a:schemeClr val="tx1"/>
                          </a:solidFill>
                          <a:latin typeface="SB Sans Text Light" panose="020B0303040504020204" pitchFamily="34" charset="0"/>
                          <a:cs typeface="SB Sans Text Light" panose="020B0303040504020204" pitchFamily="34" charset="0"/>
                        </a:rPr>
                        <a:t/>
                      </a:r>
                      <a:r>
                        <a:rPr lang="ru-RU" sz="1200" b="0" i="0" spc="-25" dirty="0">
                          <a:solidFill>
                            <a:schemeClr val="tx1"/>
                          </a:solidFill>
                          <a:latin typeface="SB Sans Text Light" panose="020B0303040504020204" pitchFamily="34" charset="0"/>
                          <a:cs typeface="SB Sans Text Light" panose="020B0303040504020204" pitchFamily="34" charset="0"/>
                        </a:rPr>
                        <a:t/>
                      </a:r>
                      <a:r>
                        <a:rPr lang="ru-RU" sz="1200" b="0" i="0" dirty="0">
                          <a:solidFill>
                            <a:schemeClr val="tx1"/>
                          </a:solidFill>
                          <a:latin typeface="SB Sans Text Light" panose="020B0303040504020204" pitchFamily="34" charset="0"/>
                          <a:cs typeface="SB Sans Text Light" panose="020B0303040504020204" pitchFamily="34" charset="0"/>
                        </a:rPr>
                        <a:t/>
                      </a:r>
                    </a:p>
                  </a:txBody>
                  <a:tcPr marL="72000" marR="0" marT="36000" marB="360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340"/>
                        </a:spcBef>
                      </a:pPr>
                      <a:r>
                        <a:rPr sz="1200" b="0" i="0" spc="0" dirty="0">
                          <a:solidFill>
                            <a:schemeClr val="tx1"/>
                          </a:solidFill>
                          <a:latin typeface="SB Sans Text Light" panose="020B0303040504020204" pitchFamily="34" charset="0"/>
                          <a:cs typeface="SB Sans Text Light" panose="020B0303040504020204" pitchFamily="34" charset="0"/>
                        </a:rPr>
                        <a:t>❌</a:t>
                      </a:r>
                      <a:r>
                        <a:rPr sz="1200" b="0" i="0" spc="-110" dirty="0">
                          <a:solidFill>
                            <a:schemeClr val="tx1"/>
                          </a:solidFill>
                          <a:latin typeface="SB Sans Text Light" panose="020B0303040504020204" pitchFamily="34" charset="0"/>
                          <a:cs typeface="SB Sans Text Light" panose="020B0303040504020204" pitchFamily="34" charset="0"/>
                        </a:rPr>
                        <a:t/>
                      </a:r>
                      <a:r>
                        <a:rPr sz="1200" b="0" i="0" spc="-20" dirty="0">
                          <a:solidFill>
                            <a:schemeClr val="tx1"/>
                          </a:solidFill>
                          <a:latin typeface="SB Sans Text Light" panose="020B0303040504020204" pitchFamily="34" charset="0"/>
                          <a:cs typeface="SB Sans Text Light" panose="020B0303040504020204" pitchFamily="34" charset="0"/>
                        </a:rPr>
                        <a:t/>
                      </a:r>
                      <a:endParaRPr sz="1200" b="0" i="0" dirty="0">
                        <a:solidFill>
                          <a:schemeClr val="tx1"/>
                        </a:solidFill>
                        <a:latin typeface="SB Sans Text Light" panose="020B0303040504020204" pitchFamily="34" charset="0"/>
                        <a:cs typeface="SB Sans Text Light" panose="020B0303040504020204" pitchFamily="34" charset="0"/>
                      </a:endParaRPr>
                    </a:p>
                  </a:txBody>
                  <a:tcPr marL="72000" marR="72000" marT="36000" marB="360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❌</a:t>
                      </a:r>
                    </a:p>
                  </a:txBody>
                  <a:tcPr marL="0" marR="0" marT="36000" marB="360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❌</a:t>
                      </a:r>
                    </a:p>
                  </a:txBody>
                  <a:tcPr marL="0" marR="0" marT="36000" marB="360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D5D2D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◐</a:t>
                      </a:r>
                    </a:p>
                  </a:txBody>
                  <a:tcPr marL="0" marR="0" marT="36000" marB="360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D5D2D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✅</a:t>
                      </a:r>
                    </a:p>
                  </a:txBody>
                  <a:tcPr marL="0" marR="0" marT="36000" marB="360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t>H2H OpenAPI</a:t>
                      </a:r>
                    </a:p>
                  </a:txBody>
                  <a:tcPr marL="0" marR="0" marT="36000" marB="360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Пилоты OB</a:t>
                      </a:r>
                    </a:p>
                  </a:txBody>
                  <a:tcPr marL="0" marR="0" marT="36000" marB="360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4324">
                <a:tc vMerge="1">
                  <a:txBody>
                    <a:bodyPr/>
                    <a:lstStyle/>
                    <a:p>
                      <a:r>
                        <a:t>Т-Банк</a:t>
                      </a:r>
                    </a:p>
                  </a:txBody>
                  <a:tcPr marL="0" marR="0" marT="50800" marB="0"/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200" b="0" i="0" spc="-5" dirty="0">
                          <a:solidFill>
                            <a:schemeClr val="tx1"/>
                          </a:solidFill>
                          <a:latin typeface="SB Sans Text Light" panose="020B0303040504020204" pitchFamily="34" charset="0"/>
                          <a:cs typeface="SB Sans Text Light" panose="020B0303040504020204" pitchFamily="34" charset="0"/>
                        </a:rPr>
                        <a:t>◐</a:t>
                      </a:r>
                      <a:r>
                        <a:rPr sz="1200" b="0" i="0" spc="-70" dirty="0">
                          <a:solidFill>
                            <a:schemeClr val="tx1"/>
                          </a:solidFill>
                          <a:latin typeface="SB Sans Text Light" panose="020B0303040504020204" pitchFamily="34" charset="0"/>
                          <a:cs typeface="SB Sans Text Light" panose="020B0303040504020204" pitchFamily="34" charset="0"/>
                        </a:rPr>
                        <a:t/>
                      </a:r>
                      <a:r>
                        <a:rPr sz="1200" b="0" i="0" spc="-5" dirty="0">
                          <a:solidFill>
                            <a:schemeClr val="tx1"/>
                          </a:solidFill>
                          <a:latin typeface="SB Sans Text Light" panose="020B0303040504020204" pitchFamily="34" charset="0"/>
                          <a:cs typeface="SB Sans Text Light" panose="020B0303040504020204" pitchFamily="34" charset="0"/>
                        </a:rPr>
                        <a:t/>
                      </a:r>
                      <a:r>
                        <a:rPr sz="1200" b="0" i="0" spc="-70" dirty="0">
                          <a:solidFill>
                            <a:schemeClr val="tx1"/>
                          </a:solidFill>
                          <a:latin typeface="SB Sans Text Light" panose="020B0303040504020204" pitchFamily="34" charset="0"/>
                          <a:cs typeface="SB Sans Text Light" panose="020B0303040504020204" pitchFamily="34" charset="0"/>
                        </a:rPr>
                        <a:t/>
                      </a:r>
                      <a:r>
                        <a:rPr sz="1200" b="0" i="0" spc="15" dirty="0">
                          <a:solidFill>
                            <a:schemeClr val="tx1"/>
                          </a:solidFill>
                          <a:latin typeface="SB Sans Text Light" panose="020B0303040504020204" pitchFamily="34" charset="0"/>
                          <a:cs typeface="SB Sans Text Light" panose="020B0303040504020204" pitchFamily="34" charset="0"/>
                        </a:rPr>
                        <a:t/>
                      </a:r>
                      <a:r>
                        <a:rPr sz="1200" b="0" i="0" spc="-70" dirty="0">
                          <a:solidFill>
                            <a:schemeClr val="tx1"/>
                          </a:solidFill>
                          <a:latin typeface="SB Sans Text Light" panose="020B0303040504020204" pitchFamily="34" charset="0"/>
                          <a:cs typeface="SB Sans Text Light" panose="020B0303040504020204" pitchFamily="34" charset="0"/>
                        </a:rPr>
                        <a:t/>
                      </a:r>
                      <a:r>
                        <a:rPr sz="1200" b="0" i="0" spc="-10" dirty="0">
                          <a:solidFill>
                            <a:schemeClr val="tx1"/>
                          </a:solidFill>
                          <a:latin typeface="SB Sans Text Light" panose="020B0303040504020204" pitchFamily="34" charset="0"/>
                          <a:cs typeface="SB Sans Text Light" panose="020B0303040504020204" pitchFamily="34" charset="0"/>
                        </a:rPr>
                        <a:t/>
                      </a:r>
                      <a:endParaRPr sz="1200" b="0" i="0" dirty="0">
                        <a:solidFill>
                          <a:schemeClr val="tx1"/>
                        </a:solidFill>
                        <a:latin typeface="SB Sans Text Light" panose="020B0303040504020204" pitchFamily="34" charset="0"/>
                        <a:cs typeface="SB Sans Text Light" panose="020B0303040504020204" pitchFamily="34" charset="0"/>
                      </a:endParaRPr>
                    </a:p>
                  </a:txBody>
                  <a:tcPr marL="72000" marR="72000" marT="36000" marB="360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✅</a:t>
                      </a:r>
                    </a:p>
                  </a:txBody>
                  <a:tcPr marL="0" marR="0" marT="36000" marB="360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t>◐</a:t>
                      </a:r>
                    </a:p>
                  </a:txBody>
                  <a:tcPr marL="0" marR="0" marT="36000" marB="360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t>◐</a:t>
                      </a:r>
                    </a:p>
                  </a:txBody>
                  <a:tcPr marL="0" marR="0" marT="36000" marB="360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D5D2D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✅</a:t>
                      </a:r>
                    </a:p>
                  </a:txBody>
                  <a:tcPr marL="0" marR="0" marT="36000" marB="360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D5D2D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T-API+Invest</a:t>
                      </a:r>
                    </a:p>
                  </a:txBody>
                  <a:tcPr marL="0" marR="0" marT="36000" marB="360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Макс. каталог</a:t>
                      </a:r>
                    </a:p>
                  </a:txBody>
                  <a:tcPr marL="0" marR="0" marT="36000" marB="360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24324">
                <a:tc vMerge="1">
                  <a:txBody>
                    <a:bodyPr/>
                    <a:lstStyle/>
                    <a:p>
                      <a:r>
                        <a:t>РСХБ</a:t>
                      </a: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360"/>
                        </a:spcBef>
                      </a:pPr>
                      <a:r>
                        <a:rPr sz="1200" b="0" i="0" dirty="0">
                          <a:solidFill>
                            <a:schemeClr val="tx1"/>
                          </a:solidFill>
                          <a:latin typeface="SB Sans Text Light" panose="020B0303040504020204" pitchFamily="34" charset="0"/>
                          <a:cs typeface="SB Sans Text Light" panose="020B0303040504020204" pitchFamily="34" charset="0"/>
                        </a:rPr>
                        <a:t>❌</a:t>
                      </a:r>
                      <a:r>
                        <a:rPr sz="1200" b="0" i="0" spc="-125" dirty="0">
                          <a:solidFill>
                            <a:schemeClr val="tx1"/>
                          </a:solidFill>
                          <a:latin typeface="SB Sans Text Light" panose="020B0303040504020204" pitchFamily="34" charset="0"/>
                          <a:cs typeface="SB Sans Text Light" panose="020B0303040504020204" pitchFamily="34" charset="0"/>
                        </a:rPr>
                        <a:t/>
                      </a:r>
                      <a:r>
                        <a:rPr sz="1200" b="0" i="0" spc="-5" dirty="0">
                          <a:solidFill>
                            <a:schemeClr val="tx1"/>
                          </a:solidFill>
                          <a:latin typeface="SB Sans Text Light" panose="020B0303040504020204" pitchFamily="34" charset="0"/>
                          <a:cs typeface="SB Sans Text Light" panose="020B0303040504020204" pitchFamily="34" charset="0"/>
                        </a:rPr>
                        <a:t/>
                      </a:r>
                      <a:endParaRPr sz="1200" b="0" i="0" dirty="0">
                        <a:solidFill>
                          <a:schemeClr val="tx1"/>
                        </a:solidFill>
                        <a:latin typeface="SB Sans Text Light" panose="020B0303040504020204" pitchFamily="34" charset="0"/>
                        <a:cs typeface="SB Sans Text Light" panose="020B0303040504020204" pitchFamily="34" charset="0"/>
                      </a:endParaRPr>
                    </a:p>
                  </a:txBody>
                  <a:tcPr marL="72000" marR="72000" marT="36000" marB="360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❌</a:t>
                      </a:r>
                    </a:p>
                  </a:txBody>
                  <a:tcPr marL="0" marR="0" marT="36000" marB="360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t>❌</a:t>
                      </a:r>
                    </a:p>
                  </a:txBody>
                  <a:tcPr marL="0" marR="0" marT="36000" marB="360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t>❌</a:t>
                      </a:r>
                    </a:p>
                  </a:txBody>
                  <a:tcPr marL="0" marR="0" marT="36000" marB="360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❌</a:t>
                      </a:r>
                    </a:p>
                  </a:txBody>
                  <a:tcPr marL="0" marR="0" marT="36000" marB="360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D5D2D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н/д</a:t>
                      </a:r>
                    </a:p>
                  </a:txBody>
                  <a:tcPr marL="0" marR="0" marT="36000" marB="360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D5D2D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Не найдено</a:t>
                      </a:r>
                    </a:p>
                  </a:txBody>
                  <a:tcPr marL="0" marR="0" marT="36000" marB="360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87961">
                <a:tc vMerge="1">
                  <a:txBody>
                    <a:bodyPr/>
                    <a:lstStyle/>
                    <a:p>
                      <a:r>
                        <a:t>МКБ</a:t>
                      </a:r>
                    </a:p>
                  </a:txBody>
                  <a:tcPr marL="0" marR="0" marT="0" marB="0">
                    <a:lnB w="12700" cap="flat" cmpd="sng" algn="ctr">
                      <a:solidFill>
                        <a:srgbClr val="7C7F9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200" b="0" i="0" spc="-5" dirty="0">
                          <a:solidFill>
                            <a:schemeClr val="tx1"/>
                          </a:solidFill>
                          <a:latin typeface="SB Sans Text Light" panose="020B0303040504020204" pitchFamily="34" charset="0"/>
                          <a:cs typeface="SB Sans Text Light" panose="020B0303040504020204" pitchFamily="34" charset="0"/>
                        </a:rPr>
                        <a:t>❌</a:t>
                      </a:r>
                      <a:r>
                        <a:rPr sz="1200" b="0" i="0" dirty="0">
                          <a:solidFill>
                            <a:schemeClr val="tx1"/>
                          </a:solidFill>
                          <a:latin typeface="SB Sans Text Light" panose="020B0303040504020204" pitchFamily="34" charset="0"/>
                          <a:cs typeface="SB Sans Text Light" panose="020B0303040504020204" pitchFamily="34" charset="0"/>
                        </a:rPr>
                        <a:t/>
                      </a:r>
                      <a:r>
                        <a:rPr sz="1200" b="0" i="0" spc="-155" dirty="0">
                          <a:solidFill>
                            <a:schemeClr val="tx1"/>
                          </a:solidFill>
                          <a:latin typeface="SB Sans Text Light" panose="020B0303040504020204" pitchFamily="34" charset="0"/>
                          <a:cs typeface="SB Sans Text Light" panose="020B0303040504020204" pitchFamily="34" charset="0"/>
                        </a:rPr>
                        <a:t/>
                      </a:r>
                      <a:r>
                        <a:rPr sz="1200" b="0" i="0" spc="15" dirty="0">
                          <a:solidFill>
                            <a:schemeClr val="tx1"/>
                          </a:solidFill>
                          <a:latin typeface="SB Sans Text Light" panose="020B0303040504020204" pitchFamily="34" charset="0"/>
                          <a:cs typeface="SB Sans Text Light" panose="020B0303040504020204" pitchFamily="34" charset="0"/>
                        </a:rPr>
                        <a:t/>
                      </a:r>
                      <a:endParaRPr sz="1200" b="0" i="0" dirty="0">
                        <a:solidFill>
                          <a:schemeClr val="tx1"/>
                        </a:solidFill>
                        <a:latin typeface="SB Sans Text Light" panose="020B0303040504020204" pitchFamily="34" charset="0"/>
                        <a:cs typeface="SB Sans Text Light" panose="020B0303040504020204" pitchFamily="34" charset="0"/>
                      </a:endParaRPr>
                    </a:p>
                  </a:txBody>
                  <a:tcPr marL="72000" marR="72000" marT="36000" marB="360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❌</a:t>
                      </a:r>
                    </a:p>
                  </a:txBody>
                  <a:tcPr marL="0" marR="0" marT="36000" marB="360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❌</a:t>
                      </a:r>
                    </a:p>
                  </a:txBody>
                  <a:tcPr marL="0" marR="0" marT="36000" marB="360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t>❌</a:t>
                      </a:r>
                    </a:p>
                  </a:txBody>
                  <a:tcPr marL="0" marR="0" marT="36000" marB="360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t>◐</a:t>
                      </a:r>
                    </a:p>
                  </a:txBody>
                  <a:tcPr marL="0" marR="0" marT="36000" marB="360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D2D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Пилоты OB</a:t>
                      </a:r>
                    </a:p>
                  </a:txBody>
                  <a:tcPr marL="0" marR="0" marT="36000" marB="360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D2D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Частично</a:t>
                      </a:r>
                    </a:p>
                  </a:txBody>
                  <a:tcPr marL="0" marR="0" marT="36000" marB="360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D2D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24324">
                <a:tc rowSpan="3">
                  <a:txBody>
                    <a:bodyPr/>
                    <a:lstStyle/>
                    <a:p>
                      <a:pPr marR="243840" indent="0" algn="l">
                        <a:lnSpc>
                          <a:spcPct val="100000"/>
                        </a:lnSpc>
                        <a:spcBef>
                          <a:spcPts val="220"/>
                        </a:spcBef>
                      </a:pPr>
                      <a:r>
                        <a:rPr sz="1200" b="0" i="0" dirty="0">
                          <a:solidFill>
                            <a:schemeClr val="tx1"/>
                          </a:solidFill>
                          <a:latin typeface="SB Sans Text Light" panose="020B0303040504020204" pitchFamily="34" charset="0"/>
                          <a:cs typeface="SB Sans Text Light" panose="020B0303040504020204" pitchFamily="34" charset="0"/>
                        </a:rPr>
                        <a:t>ДОМ.РФ</a:t>
                      </a:r>
                      <a:r>
                        <a:rPr sz="1200" b="0" i="0" spc="-20" dirty="0">
                          <a:solidFill>
                            <a:schemeClr val="tx1"/>
                          </a:solidFill>
                          <a:latin typeface="SB Sans Text Light" panose="020B0303040504020204" pitchFamily="34" charset="0"/>
                          <a:cs typeface="SB Sans Text Light" panose="020B0303040504020204" pitchFamily="34" charset="0"/>
                        </a:rPr>
                        <a:t/>
                      </a:r>
                      <a:r>
                        <a:rPr sz="1200" b="0" i="0" dirty="0">
                          <a:solidFill>
                            <a:schemeClr val="tx1"/>
                          </a:solidFill>
                          <a:latin typeface="SB Sans Text Light" panose="020B0303040504020204" pitchFamily="34" charset="0"/>
                          <a:cs typeface="SB Sans Text Light" panose="020B0303040504020204" pitchFamily="34" charset="0"/>
                        </a:rPr>
                        <a:t/>
                      </a:r>
                    </a:p>
                  </a:txBody>
                  <a:tcPr marL="72000" marR="0" marT="36000" marB="360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00000"/>
                        </a:lnSpc>
                        <a:spcBef>
                          <a:spcPts val="340"/>
                        </a:spcBef>
                      </a:pPr>
                      <a:r>
                        <a:rPr sz="1200" b="0" i="0" spc="5" dirty="0">
                          <a:solidFill>
                            <a:schemeClr val="tx1"/>
                          </a:solidFill>
                          <a:latin typeface="SB Sans Text Light" panose="020B0303040504020204" pitchFamily="34" charset="0"/>
                          <a:cs typeface="SB Sans Text Light" panose="020B0303040504020204" pitchFamily="34" charset="0"/>
                        </a:rPr>
                        <a:t>❌</a:t>
                      </a:r>
                      <a:endParaRPr sz="1200" b="0" i="0" dirty="0">
                        <a:solidFill>
                          <a:schemeClr val="tx1"/>
                        </a:solidFill>
                        <a:latin typeface="SB Sans Text Light" panose="020B0303040504020204" pitchFamily="34" charset="0"/>
                        <a:cs typeface="SB Sans Text Light" panose="020B0303040504020204" pitchFamily="34" charset="0"/>
                      </a:endParaRPr>
                    </a:p>
                  </a:txBody>
                  <a:tcPr marL="72000" marR="72000" marT="36000" marB="360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❌</a:t>
                      </a:r>
                    </a:p>
                  </a:txBody>
                  <a:tcPr marL="0" marR="0" marT="36000" marB="360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t>❌</a:t>
                      </a:r>
                    </a:p>
                  </a:txBody>
                  <a:tcPr marL="0" marR="0" marT="36000" marB="360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333F4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◐</a:t>
                      </a:r>
                    </a:p>
                  </a:txBody>
                  <a:tcPr marL="0" marR="0" marT="36000" marB="360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333F4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❌</a:t>
                      </a:r>
                    </a:p>
                  </a:txBody>
                  <a:tcPr marL="0" marR="0" marT="36000" marB="360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333F4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Пилоты</a:t>
                      </a:r>
                    </a:p>
                  </a:txBody>
                  <a:tcPr marL="0" marR="0" marT="36000" marB="360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Ипотека API</a:t>
                      </a:r>
                    </a:p>
                  </a:txBody>
                  <a:tcPr marL="0" marR="0" marT="36000" marB="360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24324">
                <a:tc vMerge="1">
                  <a:txBody>
                    <a:bodyPr/>
                    <a:lstStyle/>
                    <a:p>
                      <a:r>
                        <a:t>Совком</a:t>
                      </a:r>
                    </a:p>
                  </a:txBody>
                  <a:tcPr marL="0" marR="0" marT="27940" marB="0"/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00000"/>
                        </a:lnSpc>
                        <a:spcBef>
                          <a:spcPts val="405"/>
                        </a:spcBef>
                      </a:pPr>
                      <a:r>
                        <a:rPr sz="1200" b="0" i="0" spc="-5" dirty="0">
                          <a:solidFill>
                            <a:schemeClr val="tx1"/>
                          </a:solidFill>
                          <a:latin typeface="SB Sans Text Light" panose="020B0303040504020204" pitchFamily="34" charset="0"/>
                          <a:cs typeface="SB Sans Text Light" panose="020B0303040504020204" pitchFamily="34" charset="0"/>
                        </a:rPr>
                        <a:t>❌</a:t>
                      </a:r>
                      <a:r>
                        <a:rPr sz="1200" b="0" i="0" dirty="0">
                          <a:solidFill>
                            <a:schemeClr val="tx1"/>
                          </a:solidFill>
                          <a:latin typeface="SB Sans Text Light" panose="020B0303040504020204" pitchFamily="34" charset="0"/>
                          <a:cs typeface="SB Sans Text Light" panose="020B0303040504020204" pitchFamily="34" charset="0"/>
                        </a:rPr>
                        <a:t/>
                      </a:r>
                      <a:r>
                        <a:rPr sz="1200" b="0" i="0" spc="-155" dirty="0">
                          <a:solidFill>
                            <a:schemeClr val="tx1"/>
                          </a:solidFill>
                          <a:latin typeface="SB Sans Text Light" panose="020B0303040504020204" pitchFamily="34" charset="0"/>
                          <a:cs typeface="SB Sans Text Light" panose="020B0303040504020204" pitchFamily="34" charset="0"/>
                        </a:rPr>
                        <a:t/>
                      </a:r>
                      <a:r>
                        <a:rPr sz="1200" b="0" i="0" spc="15" dirty="0">
                          <a:solidFill>
                            <a:schemeClr val="tx1"/>
                          </a:solidFill>
                          <a:latin typeface="SB Sans Text Light" panose="020B0303040504020204" pitchFamily="34" charset="0"/>
                          <a:cs typeface="SB Sans Text Light" panose="020B0303040504020204" pitchFamily="34" charset="0"/>
                        </a:rPr>
                        <a:t/>
                      </a:r>
                      <a:endParaRPr sz="1200" b="0" i="0" dirty="0">
                        <a:solidFill>
                          <a:schemeClr val="tx1"/>
                        </a:solidFill>
                        <a:latin typeface="SB Sans Text Light" panose="020B0303040504020204" pitchFamily="34" charset="0"/>
                        <a:cs typeface="SB Sans Text Light" panose="020B0303040504020204" pitchFamily="34" charset="0"/>
                      </a:endParaRPr>
                    </a:p>
                  </a:txBody>
                  <a:tcPr marL="72000" marR="72000" marT="36000" marB="360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❌</a:t>
                      </a:r>
                    </a:p>
                  </a:txBody>
                  <a:tcPr marL="0" marR="0" marT="36000" marB="360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❌</a:t>
                      </a:r>
                    </a:p>
                  </a:txBody>
                  <a:tcPr marL="0" marR="0" marT="36000" marB="360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◐</a:t>
                      </a:r>
                    </a:p>
                  </a:txBody>
                  <a:tcPr marL="0" marR="0" marT="36000" marB="360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333F4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❌</a:t>
                      </a:r>
                    </a:p>
                  </a:txBody>
                  <a:tcPr marL="0" marR="0" marT="36000" marB="360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333F4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Partner</a:t>
                      </a:r>
                    </a:p>
                  </a:txBody>
                  <a:tcPr marL="0" marR="0" marT="36000" marB="360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333F4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Ипотека/страх</a:t>
                      </a:r>
                    </a:p>
                  </a:txBody>
                  <a:tcPr marL="0" marR="0" marT="36000" marB="360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505618">
                <a:tc vMerge="1">
                  <a:txBody>
                    <a:bodyPr/>
                    <a:lstStyle/>
                    <a:p>
                      <a:r>
                        <a:t>Легенда</a:t>
                      </a:r>
                    </a:p>
                  </a:txBody>
                  <a:tcPr marL="0" marR="0" marT="0" marB="0">
                    <a:lnB w="12700" cap="flat" cmpd="sng" algn="ctr">
                      <a:solidFill>
                        <a:srgbClr val="9C7D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00000"/>
                        </a:lnSpc>
                        <a:spcBef>
                          <a:spcPts val="225"/>
                        </a:spcBef>
                      </a:pPr>
                      <a:r>
                        <a:rPr sz="1200" b="0" i="0" spc="-15" dirty="0">
                          <a:solidFill>
                            <a:schemeClr val="tx1"/>
                          </a:solidFill>
                          <a:latin typeface="SB Sans Text Light" panose="020B0303040504020204" pitchFamily="34" charset="0"/>
                          <a:cs typeface="SB Sans Text Light" panose="020B0303040504020204" pitchFamily="34" charset="0"/>
                        </a:rPr>
                        <a:t>✅ есть</a:t>
                      </a:r>
                      <a:r>
                        <a:rPr sz="1200" b="0" i="0" spc="-50" dirty="0">
                          <a:solidFill>
                            <a:schemeClr val="tx1"/>
                          </a:solidFill>
                          <a:latin typeface="SB Sans Text Light" panose="020B0303040504020204" pitchFamily="34" charset="0"/>
                          <a:cs typeface="SB Sans Text Light" panose="020B0303040504020204" pitchFamily="34" charset="0"/>
                        </a:rPr>
                        <a:t/>
                      </a:r>
                      <a:r>
                        <a:rPr sz="1200" b="0" i="0" spc="0" dirty="0">
                          <a:solidFill>
                            <a:schemeClr val="tx1"/>
                          </a:solidFill>
                          <a:latin typeface="SB Sans Text Light" panose="020B0303040504020204" pitchFamily="34" charset="0"/>
                          <a:cs typeface="SB Sans Text Light" panose="020B0303040504020204" pitchFamily="34" charset="0"/>
                        </a:rPr>
                        <a:t/>
                      </a:r>
                      <a:r>
                        <a:rPr sz="1200" b="0" i="0" spc="-50" dirty="0">
                          <a:solidFill>
                            <a:schemeClr val="tx1"/>
                          </a:solidFill>
                          <a:latin typeface="SB Sans Text Light" panose="020B0303040504020204" pitchFamily="34" charset="0"/>
                          <a:cs typeface="SB Sans Text Light" panose="020B0303040504020204" pitchFamily="34" charset="0"/>
                        </a:rPr>
                        <a:t/>
                      </a:r>
                      <a:r>
                        <a:rPr sz="1200" b="0" i="0" spc="5" dirty="0" err="1">
                          <a:solidFill>
                            <a:schemeClr val="tx1"/>
                          </a:solidFill>
                          <a:latin typeface="SB Sans Text Light" panose="020B0303040504020204" pitchFamily="34" charset="0"/>
                          <a:cs typeface="SB Sans Text Light" panose="020B0303040504020204" pitchFamily="34" charset="0"/>
                        </a:rPr>
                        <a:t/>
                      </a:r>
                      <a:r>
                        <a:rPr sz="1200" b="0" i="0" spc="-50" dirty="0">
                          <a:solidFill>
                            <a:schemeClr val="tx1"/>
                          </a:solidFill>
                          <a:latin typeface="SB Sans Text Light" panose="020B0303040504020204" pitchFamily="34" charset="0"/>
                          <a:cs typeface="SB Sans Text Light" panose="020B0303040504020204" pitchFamily="34" charset="0"/>
                        </a:rPr>
                        <a:t/>
                      </a:r>
                      <a:br>
                        <a:rPr lang="ru-RU" sz="1200" b="0" i="0" spc="-50" dirty="0">
                          <a:solidFill>
                            <a:schemeClr val="tx1"/>
                          </a:solidFill>
                          <a:latin typeface="SB Sans Text Light" panose="020B0303040504020204" pitchFamily="34" charset="0"/>
                          <a:cs typeface="SB Sans Text Light" panose="020B0303040504020204" pitchFamily="34" charset="0"/>
                        </a:rPr>
                      </a:br>
                      <a:r>
                        <a:rPr sz="1200" b="0" i="0" spc="-5" dirty="0" err="1">
                          <a:solidFill>
                            <a:schemeClr val="tx1"/>
                          </a:solidFill>
                          <a:latin typeface="SB Sans Text Light" panose="020B0303040504020204" pitchFamily="34" charset="0"/>
                          <a:cs typeface="SB Sans Text Light" panose="020B0303040504020204" pitchFamily="34" charset="0"/>
                        </a:rPr>
                        <a:t/>
                      </a:r>
                      <a:r>
                        <a:rPr sz="1200" b="0" i="0" spc="-50" dirty="0">
                          <a:solidFill>
                            <a:schemeClr val="tx1"/>
                          </a:solidFill>
                          <a:latin typeface="SB Sans Text Light" panose="020B0303040504020204" pitchFamily="34" charset="0"/>
                          <a:cs typeface="SB Sans Text Light" panose="020B0303040504020204" pitchFamily="34" charset="0"/>
                        </a:rPr>
                        <a:t/>
                      </a:r>
                      <a:r>
                        <a:rPr sz="1200" b="0" i="0" dirty="0">
                          <a:solidFill>
                            <a:schemeClr val="tx1"/>
                          </a:solidFill>
                          <a:latin typeface="SB Sans Text Light" panose="020B0303040504020204" pitchFamily="34" charset="0"/>
                          <a:cs typeface="SB Sans Text Light" panose="020B0303040504020204" pitchFamily="34" charset="0"/>
                        </a:rPr>
                        <a:t/>
                      </a:r>
                      <a:r>
                        <a:rPr sz="1200" b="0" i="0" spc="-50" dirty="0">
                          <a:solidFill>
                            <a:schemeClr val="tx1"/>
                          </a:solidFill>
                          <a:latin typeface="SB Sans Text Light" panose="020B0303040504020204" pitchFamily="34" charset="0"/>
                          <a:cs typeface="SB Sans Text Light" panose="020B0303040504020204" pitchFamily="34" charset="0"/>
                        </a:rPr>
                        <a:t/>
                      </a:r>
                      <a:r>
                        <a:rPr sz="1200" b="0" i="0" spc="0" dirty="0">
                          <a:solidFill>
                            <a:schemeClr val="tx1"/>
                          </a:solidFill>
                          <a:latin typeface="SB Sans Text Light" panose="020B0303040504020204" pitchFamily="34" charset="0"/>
                          <a:cs typeface="SB Sans Text Light" panose="020B0303040504020204" pitchFamily="34" charset="0"/>
                        </a:rPr>
                        <a:t/>
                      </a:r>
                      <a:endParaRPr sz="1200" b="0" i="0" dirty="0">
                        <a:solidFill>
                          <a:schemeClr val="tx1"/>
                        </a:solidFill>
                        <a:latin typeface="SB Sans Text Light" panose="020B0303040504020204" pitchFamily="34" charset="0"/>
                        <a:cs typeface="SB Sans Text Light" panose="020B0303040504020204" pitchFamily="34" charset="0"/>
                      </a:endParaRPr>
                    </a:p>
                  </a:txBody>
                  <a:tcPr marL="72000" marR="72000" marT="36000" marB="360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◐ част.</a:t>
                      </a:r>
                    </a:p>
                  </a:txBody>
                  <a:tcPr marL="0" marR="0" marT="36000" marB="360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t>❌ нет</a:t>
                      </a:r>
                    </a:p>
                  </a:txBody>
                  <a:tcPr marL="0" marR="0" marT="36000" marB="360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/>
                  </a:txBody>
                  <a:tcPr marL="0" marR="0" marT="36000" marB="360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F48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 marL="0" marR="0" marT="36000" marB="360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F4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публ. источн.</a:t>
                      </a:r>
                    </a:p>
                  </a:txBody>
                  <a:tcPr marL="0" marR="0" marT="36000" marB="360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F4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окт 2026</a:t>
                      </a:r>
                    </a:p>
                  </a:txBody>
                  <a:tcPr marL="0" marR="0" marT="36000" marB="360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F4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73" name="Заголовок 1"/>
          <p:cNvSpPr txBox="1"/>
          <p:nvPr/>
        </p:nvSpPr>
        <p:spPr>
          <a:xfrm>
            <a:off x="1163636" y="1033287"/>
            <a:ext cx="8963352" cy="43088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0" tIns="0" rIns="0" bIns="0">
            <a:spAutoFit/>
          </a:bodyPr>
          <a:lstStyle>
            <a:lvl1pPr>
              <a:defRPr sz="2800">
                <a:solidFill>
                  <a:srgbClr val="333F48"/>
                </a:solidFill>
                <a:latin typeface="SB Sans Display"/>
                <a:ea typeface="SB Sans Display"/>
                <a:cs typeface="SB Sans Display"/>
                <a:sym typeface="SB Sans Display"/>
              </a:defRPr>
            </a:lvl1pPr>
          </a:lstStyle>
          <a:p>
            <a:r>
              <a:rPr dirty="0" err="1"/>
              <a:t>Лидеры по API</a:t>
            </a:r>
            <a:r>
              <a:rPr dirty="0"/>
              <a:t/>
            </a:r>
            <a:r>
              <a:rPr dirty="0" err="1"/>
              <a:t/>
            </a:r>
            <a:r>
              <a:rPr dirty="0"/>
              <a:t/>
            </a:r>
            <a:r>
              <a:rPr dirty="0" err="1"/>
              <a:t/>
            </a:r>
            <a:r>
              <a:rPr dirty="0"/>
              <a:t/>
            </a:r>
            <a:r>
              <a:rPr dirty="0" err="1"/>
              <a:t/>
            </a:r>
            <a:r>
              <a:rPr lang="ru-RU" dirty="0"/>
              <a:t/>
            </a:r>
            <a:endParaRPr dirty="0"/>
          </a:p>
        </p:txBody>
      </p:sp>
      <p:sp>
        <p:nvSpPr>
          <p:cNvPr id="574" name="Text Placeholder 52"/>
          <p:cNvSpPr txBox="1"/>
          <p:nvPr/>
        </p:nvSpPr>
        <p:spPr>
          <a:xfrm>
            <a:off x="1163637" y="2551615"/>
            <a:ext cx="4391774" cy="952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200">
                <a:solidFill>
                  <a:srgbClr val="333F48"/>
                </a:solidFill>
                <a:latin typeface="SB Sans Text Light"/>
                <a:ea typeface="SB Sans Text Light"/>
                <a:cs typeface="SB Sans Text Light"/>
                <a:sym typeface="SB Sans Text Light"/>
              </a:defRPr>
            </a:lvl1pPr>
          </a:lstStyle>
          <a:p>
            <a:r>
              <a:rPr dirty="0" err="1"/>
              <a:t>T-API Business + T-Invest: платежи, депозиты, bonds, sandbox. Самый полный публичный каталог.</a:t>
            </a:r>
            <a:r>
              <a:rPr dirty="0"/>
              <a:t/>
            </a:r>
            <a:r>
              <a:rPr dirty="0" err="1"/>
              <a:t/>
            </a:r>
            <a:r>
              <a:rPr dirty="0"/>
              <a:t/>
            </a:r>
            <a:r>
              <a:rPr dirty="0" err="1"/>
              <a:t/>
            </a:r>
            <a:r>
              <a:rPr dirty="0"/>
              <a:t/>
            </a:r>
            <a:r>
              <a:rPr dirty="0" err="1"/>
              <a:t/>
            </a:r>
            <a:r>
              <a:rPr dirty="0"/>
              <a:t/>
            </a:r>
            <a:r>
              <a:rPr dirty="0" err="1"/>
              <a:t/>
            </a:r>
            <a:r>
              <a:rPr dirty="0"/>
              <a:t/>
            </a:r>
            <a:r>
              <a:rPr dirty="0" err="1"/>
              <a:t/>
            </a:r>
            <a:r>
              <a:rPr dirty="0"/>
              <a:t/>
            </a:r>
            <a:r>
              <a:rPr dirty="0" err="1"/>
              <a:t/>
            </a:r>
            <a:r>
              <a:rPr dirty="0"/>
              <a:t/>
            </a:r>
            <a:r>
              <a:rPr dirty="0" err="1"/>
              <a:t/>
            </a:r>
            <a:r>
              <a:rPr dirty="0"/>
              <a:t/>
            </a:r>
            <a:r>
              <a:rPr dirty="0" err="1"/>
              <a:t/>
            </a:r>
            <a:r>
              <a:rPr dirty="0"/>
              <a:t/>
            </a:r>
            <a:r>
              <a:rPr dirty="0" err="1"/>
              <a:t/>
            </a:r>
            <a:r>
              <a:rPr dirty="0"/>
              <a:t/>
            </a:r>
            <a:r>
              <a:rPr dirty="0" err="1"/>
              <a:t/>
            </a:r>
            <a:r>
              <a:rPr dirty="0"/>
              <a:t/>
            </a:r>
            <a:r>
              <a:rPr dirty="0" err="1"/>
              <a:t/>
            </a:r>
            <a:r>
              <a:rPr dirty="0"/>
              <a:t/>
            </a:r>
            <a:r>
              <a:rPr dirty="0" err="1"/>
              <a:t/>
            </a:r>
            <a:r>
              <a:rPr dirty="0"/>
              <a:t/>
            </a:r>
            <a:r>
              <a:rPr dirty="0" err="1"/>
              <a:t/>
            </a:r>
            <a:r>
              <a:rPr dirty="0"/>
              <a:t/>
            </a:r>
            <a:r>
              <a:rPr dirty="0" err="1"/>
              <a:t/>
            </a:r>
            <a:r>
              <a:rPr dirty="0"/>
              <a:t/>
            </a:r>
            <a:r>
              <a:rPr dirty="0" err="1"/>
              <a:t/>
            </a:r>
            <a:r>
              <a:rPr dirty="0"/>
              <a:t/>
            </a:r>
            <a:r>
              <a:rPr dirty="0" err="1"/>
              <a:t/>
            </a:r>
            <a:r>
              <a:rPr dirty="0"/>
              <a:t/>
            </a:r>
            <a:r>
              <a:rPr dirty="0" err="1"/>
              <a:t/>
            </a:r>
            <a:r>
              <a:rPr dirty="0"/>
              <a:t/>
            </a:r>
            <a:r>
              <a:rPr dirty="0" err="1"/>
              <a:t/>
            </a:r>
            <a:r>
              <a:rPr dirty="0"/>
              <a:t/>
            </a:r>
            <a:r>
              <a:rPr dirty="0" err="1"/>
              <a:t/>
            </a:r>
            <a:r>
              <a:rPr dirty="0"/>
              <a:t/>
            </a:r>
            <a:r>
              <a:rPr dirty="0" err="1"/>
              <a:t/>
            </a:r>
            <a:r>
              <a:rPr dirty="0"/>
              <a:t/>
            </a:r>
            <a:r>
              <a:rPr dirty="0" err="1"/>
              <a:t/>
            </a:r>
            <a:r>
              <a:rPr dirty="0"/>
              <a:t/>
            </a:r>
          </a:p>
        </p:txBody>
      </p:sp>
      <p:sp>
        <p:nvSpPr>
          <p:cNvPr id="575" name="Object34"/>
          <p:cNvSpPr txBox="1"/>
          <p:nvPr/>
        </p:nvSpPr>
        <p:spPr>
          <a:xfrm>
            <a:off x="1163637" y="2211629"/>
            <a:ext cx="4391774" cy="2154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0" tIns="0" rIns="0" bIns="0">
            <a:spAutoFit/>
          </a:bodyPr>
          <a:lstStyle>
            <a:lvl1pPr>
              <a:lnSpc>
                <a:spcPts val="1600"/>
              </a:lnSpc>
              <a:defRPr sz="1600">
                <a:solidFill>
                  <a:srgbClr val="339189"/>
                </a:solidFill>
                <a:latin typeface="SB Sans Display"/>
                <a:ea typeface="SB Sans Display"/>
                <a:cs typeface="SB Sans Display"/>
                <a:sym typeface="SB Sans Display"/>
              </a:defRPr>
            </a:lvl1pPr>
          </a:lstStyle>
          <a:p>
            <a:r>
              <a:rPr dirty="0"/>
              <a:t>1. Т-Банк</a:t>
            </a:r>
            <a:r>
              <a:rPr dirty="0" err="1"/>
              <a:t/>
            </a:r>
            <a:endParaRPr dirty="0"/>
          </a:p>
        </p:txBody>
      </p:sp>
      <p:sp>
        <p:nvSpPr>
          <p:cNvPr id="576" name="Object34"/>
          <p:cNvSpPr txBox="1"/>
          <p:nvPr/>
        </p:nvSpPr>
        <p:spPr>
          <a:xfrm>
            <a:off x="6661977" y="2211629"/>
            <a:ext cx="4366386" cy="2154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0" tIns="0" rIns="0" bIns="0">
            <a:spAutoFit/>
          </a:bodyPr>
          <a:lstStyle>
            <a:lvl1pPr>
              <a:lnSpc>
                <a:spcPts val="1600"/>
              </a:lnSpc>
              <a:defRPr sz="1600">
                <a:solidFill>
                  <a:srgbClr val="339189"/>
                </a:solidFill>
                <a:latin typeface="SB Sans Display"/>
                <a:ea typeface="SB Sans Display"/>
                <a:cs typeface="SB Sans Display"/>
                <a:sym typeface="SB Sans Display"/>
              </a:defRPr>
            </a:lvl1pPr>
          </a:lstStyle>
          <a:p>
            <a:r>
              <a:rPr dirty="0"/>
              <a:t>2. Сбербанк</a:t>
            </a:r>
            <a:r>
              <a:rPr dirty="0" err="1"/>
              <a:t/>
            </a:r>
            <a:endParaRPr dirty="0"/>
          </a:p>
        </p:txBody>
      </p:sp>
      <p:sp>
        <p:nvSpPr>
          <p:cNvPr id="579" name="Object34"/>
          <p:cNvSpPr txBox="1"/>
          <p:nvPr/>
        </p:nvSpPr>
        <p:spPr>
          <a:xfrm>
            <a:off x="1163637" y="4153982"/>
            <a:ext cx="4391774" cy="2154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0" tIns="0" rIns="0" bIns="0">
            <a:spAutoFit/>
          </a:bodyPr>
          <a:lstStyle>
            <a:lvl1pPr>
              <a:lnSpc>
                <a:spcPts val="1600"/>
              </a:lnSpc>
              <a:defRPr sz="1600">
                <a:solidFill>
                  <a:srgbClr val="339189"/>
                </a:solidFill>
                <a:latin typeface="SB Sans Display"/>
                <a:ea typeface="SB Sans Display"/>
                <a:cs typeface="SB Sans Display"/>
                <a:sym typeface="SB Sans Display"/>
              </a:defRPr>
            </a:lvl1pPr>
          </a:lstStyle>
          <a:p>
            <a:r>
              <a:rPr dirty="0"/>
              <a:t>3. Альфа-Банк</a:t>
            </a:r>
            <a:r>
              <a:rPr dirty="0" err="1"/>
              <a:t/>
            </a:r>
            <a:endParaRPr dirty="0"/>
          </a:p>
        </p:txBody>
      </p:sp>
      <p:sp>
        <p:nvSpPr>
          <p:cNvPr id="580" name="Object34"/>
          <p:cNvSpPr txBox="1"/>
          <p:nvPr/>
        </p:nvSpPr>
        <p:spPr>
          <a:xfrm>
            <a:off x="6661977" y="4153982"/>
            <a:ext cx="4391772" cy="2154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0" tIns="0" rIns="0" bIns="0">
            <a:spAutoFit/>
          </a:bodyPr>
          <a:lstStyle>
            <a:lvl1pPr>
              <a:lnSpc>
                <a:spcPts val="1600"/>
              </a:lnSpc>
              <a:defRPr sz="1600">
                <a:solidFill>
                  <a:srgbClr val="339189"/>
                </a:solidFill>
                <a:latin typeface="SB Sans Display"/>
                <a:ea typeface="SB Sans Display"/>
                <a:cs typeface="SB Sans Display"/>
                <a:sym typeface="SB Sans Display"/>
              </a:defRPr>
            </a:lvl1pPr>
          </a:lstStyle>
          <a:p>
            <a:r>
              <a:rPr dirty="0"/>
              <a:t>4. ВТБ / ГПБ</a:t>
            </a:r>
            <a:r>
              <a:rPr dirty="0" err="1"/>
              <a:t/>
            </a:r>
            <a:endParaRPr dirty="0"/>
          </a:p>
        </p:txBody>
      </p:sp>
      <p:pic>
        <p:nvPicPr>
          <p:cNvPr id="582" name="Object 3" descr="Object 3"/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26988" y="369715"/>
            <a:ext cx="1398333" cy="287510"/>
          </a:xfrm>
          <a:prstGeom prst="rect">
            <a:avLst/>
          </a:prstGeom>
          <a:ln w="12700">
            <a:miter lim="400000"/>
          </a:ln>
        </p:spPr>
      </p:pic>
      <p:sp>
        <p:nvSpPr>
          <p:cNvPr id="583" name="Slide Number Placeholder 9"/>
          <p:cNvSpPr txBox="1">
            <a:spLocks noGrp="1"/>
          </p:cNvSpPr>
          <p:nvPr>
            <p:ph type="sldNum" sz="quarter" idx="4294967295"/>
          </p:nvPr>
        </p:nvSpPr>
        <p:spPr>
          <a:xfrm>
            <a:off x="11663172" y="6408409"/>
            <a:ext cx="147575" cy="139701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indent="0" defTabSz="914400">
              <a:tabLst/>
              <a:defRPr sz="900">
                <a:latin typeface="SB Sans Text Light"/>
                <a:ea typeface="SB Sans Text Light"/>
                <a:cs typeface="SB Sans Text Light"/>
                <a:sym typeface="SB Sans Text Light"/>
              </a:defRPr>
            </a:lvl1pPr>
          </a:lstStyle>
          <a:p>
            <a:r>
              <a:t>7</a:t>
            </a:r>
            <a:endParaRPr/>
          </a:p>
        </p:txBody>
      </p:sp>
      <p:sp>
        <p:nvSpPr>
          <p:cNvPr id="13" name="Text Placeholder 52">
            <a:extLst>
              <a:ext uri="{FF2B5EF4-FFF2-40B4-BE49-F238E27FC236}">
                <a16:creationId xmlns:a16="http://schemas.microsoft.com/office/drawing/2014/main" id="{345E8F10-C851-3442-B9D1-C238A96BD2D4}"/>
              </a:ext>
            </a:extLst>
          </p:cNvPr>
          <p:cNvSpPr txBox="1"/>
          <p:nvPr/>
        </p:nvSpPr>
        <p:spPr>
          <a:xfrm>
            <a:off x="1163637" y="4492624"/>
            <a:ext cx="4391774" cy="92333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200">
                <a:solidFill>
                  <a:srgbClr val="333F48"/>
                </a:solidFill>
                <a:latin typeface="SB Sans Text Light"/>
                <a:ea typeface="SB Sans Text Light"/>
                <a:cs typeface="SB Sans Text Light"/>
                <a:sym typeface="SB Sans Text Light"/>
              </a:defRPr>
            </a:lvl1pPr>
          </a:lstStyle>
          <a:p>
            <a:r>
              <a:rPr lang="ru-RU" dirty="0"/>
              <a:t>Alfa API + sandbox, Альфа-Линк H2H, Альфа-Инвестиции PRO API (заявки, market data).</a:t>
            </a:r>
          </a:p>
          <a:p>
            <a:r>
              <a:rPr lang="ru-RU" dirty="0"/>
              <a:t/>
            </a:r>
            <a:endParaRPr dirty="0"/>
          </a:p>
        </p:txBody>
      </p:sp>
      <p:sp>
        <p:nvSpPr>
          <p:cNvPr id="14" name="Text Placeholder 52">
            <a:extLst>
              <a:ext uri="{FF2B5EF4-FFF2-40B4-BE49-F238E27FC236}">
                <a16:creationId xmlns:a16="http://schemas.microsoft.com/office/drawing/2014/main" id="{99F638F2-5794-8547-8CC3-318D89ACE219}"/>
              </a:ext>
            </a:extLst>
          </p:cNvPr>
          <p:cNvSpPr txBox="1"/>
          <p:nvPr/>
        </p:nvSpPr>
        <p:spPr>
          <a:xfrm>
            <a:off x="6662737" y="2551615"/>
            <a:ext cx="4391774" cy="92333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200">
                <a:solidFill>
                  <a:srgbClr val="333F48"/>
                </a:solidFill>
                <a:latin typeface="SB Sans Text Light"/>
                <a:ea typeface="SB Sans Text Light"/>
                <a:cs typeface="SB Sans Text Light"/>
                <a:sym typeface="SB Sans Text Light"/>
              </a:defRPr>
            </a:lvl1pPr>
          </a:lstStyle>
          <a:p>
            <a:r>
              <a:rPr lang="ru-RU" dirty="0"/>
              <a:t>Sber API: платежи, депозиты, FX conversion. SberCIB Terminal: SPOT/SWAP/FWD (API заявлено).</a:t>
            </a:r>
            <a:endParaRPr dirty="0"/>
          </a:p>
        </p:txBody>
      </p:sp>
      <p:sp>
        <p:nvSpPr>
          <p:cNvPr id="15" name="Text Placeholder 52">
            <a:extLst>
              <a:ext uri="{FF2B5EF4-FFF2-40B4-BE49-F238E27FC236}">
                <a16:creationId xmlns:a16="http://schemas.microsoft.com/office/drawing/2014/main" id="{A77597A4-F531-6E44-8CD3-1EAEF8AE17F0}"/>
              </a:ext>
            </a:extLst>
          </p:cNvPr>
          <p:cNvSpPr txBox="1"/>
          <p:nvPr/>
        </p:nvSpPr>
        <p:spPr>
          <a:xfrm>
            <a:off x="6662737" y="4492624"/>
            <a:ext cx="4391774" cy="92333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200">
                <a:solidFill>
                  <a:srgbClr val="333F48"/>
                </a:solidFill>
                <a:latin typeface="SB Sans Text Light"/>
                <a:ea typeface="SB Sans Text Light"/>
                <a:cs typeface="SB Sans Text Light"/>
                <a:sym typeface="SB Sans Text Light"/>
              </a:defRPr>
            </a:lvl1pPr>
          </a:lstStyle>
          <a:p>
            <a:r>
              <a:rPr lang="ru-RU" dirty="0"/>
              <a:t>ВТБ: ИБК H2H и eFX-терминал. ГПБ: H2H ISO 20022 и открытый API курсов. Invest API нет.</a:t>
            </a:r>
          </a:p>
          <a:p>
            <a:r>
              <a:rPr lang="ru-RU" dirty="0"/>
              <a:t/>
            </a:r>
            <a:endParaRPr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1" name="Овал 16">
            <a:extLst>
              <a:ext uri="{FF2B5EF4-FFF2-40B4-BE49-F238E27FC236}">
                <a16:creationId xmlns:a16="http://schemas.microsoft.com/office/drawing/2014/main" id="{BE17CC6E-46F5-C94F-BC80-177CBED9A07D}"/>
              </a:ext>
            </a:extLst>
          </p:cNvPr>
          <p:cNvSpPr/>
          <p:nvPr/>
        </p:nvSpPr>
        <p:spPr>
          <a:xfrm>
            <a:off x="1169904" y="3171726"/>
            <a:ext cx="942088" cy="944136"/>
          </a:xfrm>
          <a:prstGeom prst="ellipse">
            <a:avLst/>
          </a:prstGeom>
          <a:solidFill>
            <a:srgbClr val="F5F5F5"/>
          </a:solidFill>
          <a:ln w="12700" cap="flat">
            <a:noFill/>
            <a:miter lim="400000"/>
          </a:ln>
          <a:effectLst>
            <a:outerShdw blurRad="165100" dist="114300" dir="2700000" rotWithShape="0">
              <a:srgbClr val="000000">
                <a:alpha val="10000"/>
              </a:srgbClr>
            </a:outerShdw>
          </a:effectLst>
        </p:spPr>
        <p:txBody>
          <a:bodyPr wrap="square" lIns="45718" tIns="45718" rIns="45718" bIns="45718" numCol="1" anchor="ctr">
            <a:noAutofit/>
          </a:bodyPr>
          <a:lstStyle/>
          <a:p>
            <a:pPr algn="ctr">
              <a:defRPr sz="1400">
                <a:solidFill>
                  <a:srgbClr val="70461F"/>
                </a:solidFill>
                <a:latin typeface="+mj-lt"/>
                <a:ea typeface="+mj-ea"/>
                <a:cs typeface="+mj-cs"/>
                <a:sym typeface="Calibri"/>
              </a:defRPr>
            </a:pPr>
            <a:endParaRPr dirty="0"/>
          </a:p>
        </p:txBody>
      </p:sp>
      <p:sp>
        <p:nvSpPr>
          <p:cNvPr id="54" name="Овал 16">
            <a:extLst>
              <a:ext uri="{FF2B5EF4-FFF2-40B4-BE49-F238E27FC236}">
                <a16:creationId xmlns:a16="http://schemas.microsoft.com/office/drawing/2014/main" id="{4FDB6BC6-5DEE-4F4A-9FFC-026CB642FCE3}"/>
              </a:ext>
            </a:extLst>
          </p:cNvPr>
          <p:cNvSpPr/>
          <p:nvPr/>
        </p:nvSpPr>
        <p:spPr>
          <a:xfrm>
            <a:off x="5198764" y="3171726"/>
            <a:ext cx="942088" cy="944136"/>
          </a:xfrm>
          <a:prstGeom prst="ellipse">
            <a:avLst/>
          </a:prstGeom>
          <a:solidFill>
            <a:srgbClr val="F5F5F5"/>
          </a:solidFill>
          <a:ln w="12700" cap="flat">
            <a:noFill/>
            <a:miter lim="400000"/>
          </a:ln>
          <a:effectLst>
            <a:outerShdw blurRad="165100" dist="114300" dir="2700000" rotWithShape="0">
              <a:srgbClr val="000000">
                <a:alpha val="10000"/>
              </a:srgbClr>
            </a:outerShdw>
          </a:effectLst>
        </p:spPr>
        <p:txBody>
          <a:bodyPr wrap="square" lIns="45718" tIns="45718" rIns="45718" bIns="45718" numCol="1" anchor="ctr">
            <a:noAutofit/>
          </a:bodyPr>
          <a:lstStyle/>
          <a:p>
            <a:pPr algn="ctr">
              <a:defRPr sz="1400">
                <a:solidFill>
                  <a:srgbClr val="70461F"/>
                </a:solidFill>
                <a:latin typeface="+mj-lt"/>
                <a:ea typeface="+mj-ea"/>
                <a:cs typeface="+mj-cs"/>
                <a:sym typeface="Calibri"/>
              </a:defRPr>
            </a:pPr>
            <a:endParaRPr dirty="0"/>
          </a:p>
        </p:txBody>
      </p:sp>
      <p:sp>
        <p:nvSpPr>
          <p:cNvPr id="57" name="Овал 16">
            <a:extLst>
              <a:ext uri="{FF2B5EF4-FFF2-40B4-BE49-F238E27FC236}">
                <a16:creationId xmlns:a16="http://schemas.microsoft.com/office/drawing/2014/main" id="{A82DB070-F53D-D14B-9620-FBEBE3F58F72}"/>
              </a:ext>
            </a:extLst>
          </p:cNvPr>
          <p:cNvSpPr/>
          <p:nvPr/>
        </p:nvSpPr>
        <p:spPr>
          <a:xfrm>
            <a:off x="9145121" y="3171726"/>
            <a:ext cx="942088" cy="944136"/>
          </a:xfrm>
          <a:prstGeom prst="ellipse">
            <a:avLst/>
          </a:prstGeom>
          <a:solidFill>
            <a:srgbClr val="F5F5F5"/>
          </a:solidFill>
          <a:ln w="12700" cap="flat">
            <a:noFill/>
            <a:miter lim="400000"/>
          </a:ln>
          <a:effectLst>
            <a:outerShdw blurRad="165100" dist="114300" dir="2700000" rotWithShape="0">
              <a:srgbClr val="000000">
                <a:alpha val="10000"/>
              </a:srgbClr>
            </a:outerShdw>
          </a:effectLst>
        </p:spPr>
        <p:txBody>
          <a:bodyPr wrap="square" lIns="45718" tIns="45718" rIns="45718" bIns="45718" numCol="1" anchor="ctr">
            <a:noAutofit/>
          </a:bodyPr>
          <a:lstStyle/>
          <a:p>
            <a:pPr algn="ctr">
              <a:defRPr sz="1400">
                <a:solidFill>
                  <a:srgbClr val="70461F"/>
                </a:solidFill>
                <a:latin typeface="+mj-lt"/>
                <a:ea typeface="+mj-ea"/>
                <a:cs typeface="+mj-cs"/>
                <a:sym typeface="Calibri"/>
              </a:defRPr>
            </a:pPr>
            <a:endParaRPr dirty="0"/>
          </a:p>
        </p:txBody>
      </p:sp>
      <p:sp>
        <p:nvSpPr>
          <p:cNvPr id="63" name="Овал 16">
            <a:extLst>
              <a:ext uri="{FF2B5EF4-FFF2-40B4-BE49-F238E27FC236}">
                <a16:creationId xmlns:a16="http://schemas.microsoft.com/office/drawing/2014/main" id="{0B9323AB-7669-5548-ACE5-264459007371}"/>
              </a:ext>
            </a:extLst>
          </p:cNvPr>
          <p:cNvSpPr/>
          <p:nvPr/>
        </p:nvSpPr>
        <p:spPr>
          <a:xfrm>
            <a:off x="3129940" y="3174687"/>
            <a:ext cx="942088" cy="944136"/>
          </a:xfrm>
          <a:prstGeom prst="ellipse">
            <a:avLst/>
          </a:prstGeom>
          <a:solidFill>
            <a:srgbClr val="F5F5F5"/>
          </a:solidFill>
          <a:ln w="12700" cap="flat">
            <a:noFill/>
            <a:miter lim="400000"/>
          </a:ln>
          <a:effectLst>
            <a:outerShdw blurRad="165100" dist="114300" dir="2700000" rotWithShape="0">
              <a:srgbClr val="000000">
                <a:alpha val="10000"/>
              </a:srgbClr>
            </a:outerShdw>
          </a:effectLst>
        </p:spPr>
        <p:txBody>
          <a:bodyPr wrap="square" lIns="45718" tIns="45718" rIns="45718" bIns="45718" numCol="1" anchor="ctr">
            <a:noAutofit/>
          </a:bodyPr>
          <a:lstStyle/>
          <a:p>
            <a:pPr algn="ctr">
              <a:defRPr sz="1400">
                <a:solidFill>
                  <a:srgbClr val="70461F"/>
                </a:solidFill>
                <a:latin typeface="+mj-lt"/>
                <a:ea typeface="+mj-ea"/>
                <a:cs typeface="+mj-cs"/>
                <a:sym typeface="Calibri"/>
              </a:defRPr>
            </a:pPr>
            <a:endParaRPr dirty="0"/>
          </a:p>
        </p:txBody>
      </p:sp>
      <p:sp>
        <p:nvSpPr>
          <p:cNvPr id="66" name="Овал 16">
            <a:extLst>
              <a:ext uri="{FF2B5EF4-FFF2-40B4-BE49-F238E27FC236}">
                <a16:creationId xmlns:a16="http://schemas.microsoft.com/office/drawing/2014/main" id="{9603CABB-C109-2849-AD80-50DD2D57D816}"/>
              </a:ext>
            </a:extLst>
          </p:cNvPr>
          <p:cNvSpPr/>
          <p:nvPr/>
        </p:nvSpPr>
        <p:spPr>
          <a:xfrm>
            <a:off x="7170426" y="3174687"/>
            <a:ext cx="942088" cy="944136"/>
          </a:xfrm>
          <a:prstGeom prst="ellipse">
            <a:avLst/>
          </a:prstGeom>
          <a:solidFill>
            <a:srgbClr val="F5F5F5"/>
          </a:solidFill>
          <a:ln w="12700" cap="flat">
            <a:noFill/>
            <a:miter lim="400000"/>
          </a:ln>
          <a:effectLst>
            <a:outerShdw blurRad="165100" dist="114300" dir="2700000" rotWithShape="0">
              <a:srgbClr val="000000">
                <a:alpha val="10000"/>
              </a:srgbClr>
            </a:outerShdw>
          </a:effectLst>
        </p:spPr>
        <p:txBody>
          <a:bodyPr wrap="square" lIns="45718" tIns="45718" rIns="45718" bIns="45718" numCol="1" anchor="ctr">
            <a:noAutofit/>
          </a:bodyPr>
          <a:lstStyle/>
          <a:p>
            <a:pPr algn="ctr">
              <a:defRPr sz="1400">
                <a:solidFill>
                  <a:srgbClr val="70461F"/>
                </a:solidFill>
                <a:latin typeface="+mj-lt"/>
                <a:ea typeface="+mj-ea"/>
                <a:cs typeface="+mj-cs"/>
                <a:sym typeface="Calibri"/>
              </a:defRPr>
            </a:pPr>
            <a:endParaRPr dirty="0"/>
          </a:p>
        </p:txBody>
      </p:sp>
      <p:sp>
        <p:nvSpPr>
          <p:cNvPr id="504" name="Заголовок 1"/>
          <p:cNvSpPr txBox="1">
            <a:spLocks noGrp="1"/>
          </p:cNvSpPr>
          <p:nvPr>
            <p:ph type="title"/>
          </p:nvPr>
        </p:nvSpPr>
        <p:spPr>
          <a:xfrm>
            <a:off x="1163637" y="657225"/>
            <a:ext cx="9000002" cy="89240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323F48"/>
                </a:solidFill>
              </a:defRPr>
            </a:lvl1pPr>
          </a:lstStyle>
          <a:p>
            <a:r>
              <a:rPr lang="ru-RU" dirty="0"/>
              <a:t>Пробелы рынка</a:t>
            </a:r>
            <a:endParaRPr dirty="0"/>
          </a:p>
        </p:txBody>
      </p:sp>
      <p:sp>
        <p:nvSpPr>
          <p:cNvPr id="40" name="Text Placeholder 16">
            <a:extLst>
              <a:ext uri="{FF2B5EF4-FFF2-40B4-BE49-F238E27FC236}">
                <a16:creationId xmlns:a16="http://schemas.microsoft.com/office/drawing/2014/main" id="{314085A0-99AE-2B4B-BEC2-77C58E1C4884}"/>
              </a:ext>
            </a:extLst>
          </p:cNvPr>
          <p:cNvSpPr txBox="1">
            <a:spLocks/>
          </p:cNvSpPr>
          <p:nvPr/>
        </p:nvSpPr>
        <p:spPr>
          <a:xfrm>
            <a:off x="5158506" y="1847118"/>
            <a:ext cx="2571957" cy="1324607"/>
          </a:xfrm>
          <a:prstGeom prst="rect">
            <a:avLst/>
          </a:prstGeom>
        </p:spPr>
        <p:txBody>
          <a:bodyPr/>
          <a:lstStyle>
            <a:lvl1pPr marL="228600" marR="0" indent="-2286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solidFill>
                  <a:srgbClr val="516170"/>
                </a:solidFill>
                <a:uFillTx/>
                <a:latin typeface="SB Sans Text"/>
                <a:ea typeface="SB Sans Text"/>
                <a:cs typeface="SB Sans Text"/>
                <a:sym typeface="SB Sans Text"/>
              </a:defRPr>
            </a:lvl1pPr>
            <a:lvl2pPr marL="723900" marR="0" indent="-2667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solidFill>
                  <a:srgbClr val="516170"/>
                </a:solidFill>
                <a:uFillTx/>
                <a:latin typeface="SB Sans Text"/>
                <a:ea typeface="SB Sans Text"/>
                <a:cs typeface="SB Sans Text"/>
                <a:sym typeface="SB Sans Text"/>
              </a:defRPr>
            </a:lvl2pPr>
            <a:lvl3pPr marL="1234438" marR="0" indent="-320038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solidFill>
                  <a:srgbClr val="516170"/>
                </a:solidFill>
                <a:uFillTx/>
                <a:latin typeface="SB Sans Text"/>
                <a:ea typeface="SB Sans Text"/>
                <a:cs typeface="SB Sans Text"/>
                <a:sym typeface="SB Sans Text"/>
              </a:defRPr>
            </a:lvl3pPr>
            <a:lvl4pPr marL="1727200" marR="0" indent="-3556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solidFill>
                  <a:srgbClr val="516170"/>
                </a:solidFill>
                <a:uFillTx/>
                <a:latin typeface="SB Sans Text"/>
                <a:ea typeface="SB Sans Text"/>
                <a:cs typeface="SB Sans Text"/>
                <a:sym typeface="SB Sans Text"/>
              </a:defRPr>
            </a:lvl4pPr>
            <a:lvl5pPr marL="0" marR="0" indent="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2800" b="0" i="0" u="none" strike="noStrike" cap="none" spc="0" baseline="0">
                <a:solidFill>
                  <a:srgbClr val="516170"/>
                </a:solidFill>
                <a:uFillTx/>
                <a:latin typeface="SB Sans Text"/>
                <a:ea typeface="SB Sans Text"/>
                <a:cs typeface="SB Sans Text"/>
                <a:sym typeface="SB Sans Text"/>
              </a:defRPr>
            </a:lvl5pPr>
            <a:lvl6pPr marL="2641600" marR="0" indent="-3556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solidFill>
                  <a:srgbClr val="516170"/>
                </a:solidFill>
                <a:uFillTx/>
                <a:latin typeface="SB Sans Text"/>
                <a:ea typeface="SB Sans Text"/>
                <a:cs typeface="SB Sans Text"/>
                <a:sym typeface="SB Sans Text"/>
              </a:defRPr>
            </a:lvl6pPr>
            <a:lvl7pPr marL="3098800" marR="0" indent="-3556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solidFill>
                  <a:srgbClr val="516170"/>
                </a:solidFill>
                <a:uFillTx/>
                <a:latin typeface="SB Sans Text"/>
                <a:ea typeface="SB Sans Text"/>
                <a:cs typeface="SB Sans Text"/>
                <a:sym typeface="SB Sans Text"/>
              </a:defRPr>
            </a:lvl7pPr>
            <a:lvl8pPr marL="3556000" marR="0" indent="-3556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solidFill>
                  <a:srgbClr val="516170"/>
                </a:solidFill>
                <a:uFillTx/>
                <a:latin typeface="SB Sans Text"/>
                <a:ea typeface="SB Sans Text"/>
                <a:cs typeface="SB Sans Text"/>
                <a:sym typeface="SB Sans Text"/>
              </a:defRPr>
            </a:lvl8pPr>
            <a:lvl9pPr marL="4013200" marR="0" indent="-3556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solidFill>
                  <a:srgbClr val="516170"/>
                </a:solidFill>
                <a:uFillTx/>
                <a:latin typeface="SB Sans Text"/>
                <a:ea typeface="SB Sans Text"/>
                <a:cs typeface="SB Sans Text"/>
                <a:sym typeface="SB Sans Text"/>
              </a:defRPr>
            </a:lvl9pPr>
          </a:lstStyle>
          <a:p>
            <a:pPr marL="0" indent="0" hangingPunct="1">
              <a:buNone/>
            </a:pPr>
            <a:r>
              <a:rPr lang="ru-RU" sz="1400" b="1" dirty="0">
                <a:solidFill>
                  <a:srgbClr val="339189"/>
                </a:solidFill>
                <a:latin typeface="SB Sans Display Semibold" panose="020B0503040504020204" pitchFamily="34" charset="0"/>
                <a:cs typeface="SB Sans Display Semibold" panose="020B0503040504020204" pitchFamily="34" charset="0"/>
              </a:rPr>
              <a:t>Cap / Floor</a:t>
            </a:r>
          </a:p>
          <a:p>
            <a:pPr>
              <a:lnSpc>
                <a:spcPct val="100000"/>
              </a:lnSpc>
            </a:pPr>
            <a:r>
              <a:rPr lang="ru-RU" sz="1200" dirty="0">
                <a:solidFill>
                  <a:srgbClr val="333F48"/>
                </a:solidFill>
                <a:latin typeface="SB Sans Text Light" panose="020B0303040504020204" pitchFamily="34" charset="0"/>
                <a:cs typeface="SB Sans Text Light" panose="020B0303040504020204" pitchFamily="34" charset="0"/>
              </a:rPr>
              <a:t>API ставок с cap/floor — не найдено публично ни у одного банка выборки</a:t>
            </a:r>
          </a:p>
        </p:txBody>
      </p:sp>
      <p:sp>
        <p:nvSpPr>
          <p:cNvPr id="41" name="Text Placeholder 18">
            <a:extLst>
              <a:ext uri="{FF2B5EF4-FFF2-40B4-BE49-F238E27FC236}">
                <a16:creationId xmlns:a16="http://schemas.microsoft.com/office/drawing/2014/main" id="{46FCA60A-6E7C-524E-ACC8-F6A4299D4466}"/>
              </a:ext>
            </a:extLst>
          </p:cNvPr>
          <p:cNvSpPr txBox="1">
            <a:spLocks/>
          </p:cNvSpPr>
          <p:nvPr/>
        </p:nvSpPr>
        <p:spPr>
          <a:xfrm>
            <a:off x="9123627" y="1844104"/>
            <a:ext cx="2852575" cy="1332483"/>
          </a:xfrm>
          <a:prstGeom prst="rect">
            <a:avLst/>
          </a:prstGeom>
        </p:spPr>
        <p:txBody>
          <a:bodyPr/>
          <a:lstStyle>
            <a:lvl1pPr marL="228600" marR="0" indent="-2286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solidFill>
                  <a:srgbClr val="516170"/>
                </a:solidFill>
                <a:uFillTx/>
                <a:latin typeface="SB Sans Text"/>
                <a:ea typeface="SB Sans Text"/>
                <a:cs typeface="SB Sans Text"/>
                <a:sym typeface="SB Sans Text"/>
              </a:defRPr>
            </a:lvl1pPr>
            <a:lvl2pPr marL="723900" marR="0" indent="-2667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solidFill>
                  <a:srgbClr val="516170"/>
                </a:solidFill>
                <a:uFillTx/>
                <a:latin typeface="SB Sans Text"/>
                <a:ea typeface="SB Sans Text"/>
                <a:cs typeface="SB Sans Text"/>
                <a:sym typeface="SB Sans Text"/>
              </a:defRPr>
            </a:lvl2pPr>
            <a:lvl3pPr marL="1234438" marR="0" indent="-320038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solidFill>
                  <a:srgbClr val="516170"/>
                </a:solidFill>
                <a:uFillTx/>
                <a:latin typeface="SB Sans Text"/>
                <a:ea typeface="SB Sans Text"/>
                <a:cs typeface="SB Sans Text"/>
                <a:sym typeface="SB Sans Text"/>
              </a:defRPr>
            </a:lvl3pPr>
            <a:lvl4pPr marL="1727200" marR="0" indent="-3556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solidFill>
                  <a:srgbClr val="516170"/>
                </a:solidFill>
                <a:uFillTx/>
                <a:latin typeface="SB Sans Text"/>
                <a:ea typeface="SB Sans Text"/>
                <a:cs typeface="SB Sans Text"/>
                <a:sym typeface="SB Sans Text"/>
              </a:defRPr>
            </a:lvl4pPr>
            <a:lvl5pPr marL="0" marR="0" indent="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2800" b="0" i="0" u="none" strike="noStrike" cap="none" spc="0" baseline="0">
                <a:solidFill>
                  <a:srgbClr val="516170"/>
                </a:solidFill>
                <a:uFillTx/>
                <a:latin typeface="SB Sans Text"/>
                <a:ea typeface="SB Sans Text"/>
                <a:cs typeface="SB Sans Text"/>
                <a:sym typeface="SB Sans Text"/>
              </a:defRPr>
            </a:lvl5pPr>
            <a:lvl6pPr marL="2641600" marR="0" indent="-3556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solidFill>
                  <a:srgbClr val="516170"/>
                </a:solidFill>
                <a:uFillTx/>
                <a:latin typeface="SB Sans Text"/>
                <a:ea typeface="SB Sans Text"/>
                <a:cs typeface="SB Sans Text"/>
                <a:sym typeface="SB Sans Text"/>
              </a:defRPr>
            </a:lvl6pPr>
            <a:lvl7pPr marL="3098800" marR="0" indent="-3556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solidFill>
                  <a:srgbClr val="516170"/>
                </a:solidFill>
                <a:uFillTx/>
                <a:latin typeface="SB Sans Text"/>
                <a:ea typeface="SB Sans Text"/>
                <a:cs typeface="SB Sans Text"/>
                <a:sym typeface="SB Sans Text"/>
              </a:defRPr>
            </a:lvl7pPr>
            <a:lvl8pPr marL="3556000" marR="0" indent="-3556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solidFill>
                  <a:srgbClr val="516170"/>
                </a:solidFill>
                <a:uFillTx/>
                <a:latin typeface="SB Sans Text"/>
                <a:ea typeface="SB Sans Text"/>
                <a:cs typeface="SB Sans Text"/>
                <a:sym typeface="SB Sans Text"/>
              </a:defRPr>
            </a:lvl8pPr>
            <a:lvl9pPr marL="4013200" marR="0" indent="-3556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solidFill>
                  <a:srgbClr val="516170"/>
                </a:solidFill>
                <a:uFillTx/>
                <a:latin typeface="SB Sans Text"/>
                <a:ea typeface="SB Sans Text"/>
                <a:cs typeface="SB Sans Text"/>
                <a:sym typeface="SB Sans Text"/>
              </a:defRPr>
            </a:lvl9pPr>
          </a:lstStyle>
          <a:p>
            <a:pPr marL="0" indent="0" hangingPunct="1">
              <a:buNone/>
            </a:pPr>
            <a:r>
              <a:rPr lang="ru-RU" sz="1400" b="1" dirty="0">
                <a:solidFill>
                  <a:srgbClr val="339189"/>
                </a:solidFill>
                <a:latin typeface="SB Sans Display Semibold" panose="020B0503040504020204" pitchFamily="34" charset="0"/>
                <a:cs typeface="SB Sans Display Semibold" panose="020B0503040504020204" pitchFamily="34" charset="0"/>
              </a:rPr>
              <a:t>Brokerage</a:t>
            </a:r>
          </a:p>
          <a:p>
            <a:pPr>
              <a:lnSpc>
                <a:spcPct val="100000"/>
              </a:lnSpc>
            </a:pPr>
            <a:r>
              <a:rPr lang="ru-RU" sz="1200" dirty="0">
                <a:solidFill>
                  <a:srgbClr val="333F48"/>
                </a:solidFill>
                <a:latin typeface="SB Sans Text Light" panose="020B0303040504020204" pitchFamily="34" charset="0"/>
                <a:cs typeface="SB Sans Text Light" panose="020B0303040504020204" pitchFamily="34" charset="0"/>
              </a:rPr>
              <a:t>Публично: Т-Invest и Альфа PRO. У Сбера/ВТБ Invest API не найдено</a:t>
            </a:r>
            <a:br>
              <a:rPr lang="ru-RU" sz="1200" dirty="0">
                <a:solidFill>
                  <a:srgbClr val="333F48"/>
                </a:solidFill>
                <a:latin typeface="SB Sans Text Light" panose="020B0303040504020204" pitchFamily="34" charset="0"/>
                <a:cs typeface="SB Sans Text Light" panose="020B0303040504020204" pitchFamily="34" charset="0"/>
              </a:rPr>
            </a:br>
            <a:r>
              <a:rPr lang="ru-RU" sz="1200" dirty="0">
                <a:solidFill>
                  <a:srgbClr val="333F48"/>
                </a:solidFill>
                <a:latin typeface="SB Sans Text Light" panose="020B0303040504020204" pitchFamily="34" charset="0"/>
                <a:cs typeface="SB Sans Text Light" panose="020B0303040504020204" pitchFamily="34" charset="0"/>
              </a:rPr>
              <a:t/>
            </a:r>
          </a:p>
          <a:p>
            <a:pPr hangingPunct="1"/>
            <a:endParaRPr lang="en-US" sz="1200" dirty="0">
              <a:latin typeface="SB Sans Text Light" panose="020B0303040504020204" pitchFamily="34" charset="0"/>
              <a:cs typeface="SB Sans Text Light" panose="020B0303040504020204" pitchFamily="34" charset="0"/>
            </a:endParaRPr>
          </a:p>
        </p:txBody>
      </p:sp>
      <p:sp>
        <p:nvSpPr>
          <p:cNvPr id="42" name="Text Placeholder 20">
            <a:extLst>
              <a:ext uri="{FF2B5EF4-FFF2-40B4-BE49-F238E27FC236}">
                <a16:creationId xmlns:a16="http://schemas.microsoft.com/office/drawing/2014/main" id="{02F5CA50-13C5-8D42-BF29-BE03D301079F}"/>
              </a:ext>
            </a:extLst>
          </p:cNvPr>
          <p:cNvSpPr txBox="1">
            <a:spLocks/>
          </p:cNvSpPr>
          <p:nvPr/>
        </p:nvSpPr>
        <p:spPr>
          <a:xfrm>
            <a:off x="1096402" y="1844104"/>
            <a:ext cx="2601705" cy="1332483"/>
          </a:xfrm>
          <a:prstGeom prst="rect">
            <a:avLst/>
          </a:prstGeom>
        </p:spPr>
        <p:txBody>
          <a:bodyPr/>
          <a:lstStyle>
            <a:lvl1pPr marL="228600" marR="0" indent="-2286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solidFill>
                  <a:srgbClr val="516170"/>
                </a:solidFill>
                <a:uFillTx/>
                <a:latin typeface="SB Sans Text"/>
                <a:ea typeface="SB Sans Text"/>
                <a:cs typeface="SB Sans Text"/>
                <a:sym typeface="SB Sans Text"/>
              </a:defRPr>
            </a:lvl1pPr>
            <a:lvl2pPr marL="723900" marR="0" indent="-2667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solidFill>
                  <a:srgbClr val="516170"/>
                </a:solidFill>
                <a:uFillTx/>
                <a:latin typeface="SB Sans Text"/>
                <a:ea typeface="SB Sans Text"/>
                <a:cs typeface="SB Sans Text"/>
                <a:sym typeface="SB Sans Text"/>
              </a:defRPr>
            </a:lvl2pPr>
            <a:lvl3pPr marL="1234438" marR="0" indent="-320038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solidFill>
                  <a:srgbClr val="516170"/>
                </a:solidFill>
                <a:uFillTx/>
                <a:latin typeface="SB Sans Text"/>
                <a:ea typeface="SB Sans Text"/>
                <a:cs typeface="SB Sans Text"/>
                <a:sym typeface="SB Sans Text"/>
              </a:defRPr>
            </a:lvl3pPr>
            <a:lvl4pPr marL="1727200" marR="0" indent="-3556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solidFill>
                  <a:srgbClr val="516170"/>
                </a:solidFill>
                <a:uFillTx/>
                <a:latin typeface="SB Sans Text"/>
                <a:ea typeface="SB Sans Text"/>
                <a:cs typeface="SB Sans Text"/>
                <a:sym typeface="SB Sans Text"/>
              </a:defRPr>
            </a:lvl4pPr>
            <a:lvl5pPr marL="0" marR="0" indent="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2800" b="0" i="0" u="none" strike="noStrike" cap="none" spc="0" baseline="0">
                <a:solidFill>
                  <a:srgbClr val="516170"/>
                </a:solidFill>
                <a:uFillTx/>
                <a:latin typeface="SB Sans Text"/>
                <a:ea typeface="SB Sans Text"/>
                <a:cs typeface="SB Sans Text"/>
                <a:sym typeface="SB Sans Text"/>
              </a:defRPr>
            </a:lvl5pPr>
            <a:lvl6pPr marL="2641600" marR="0" indent="-3556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solidFill>
                  <a:srgbClr val="516170"/>
                </a:solidFill>
                <a:uFillTx/>
                <a:latin typeface="SB Sans Text"/>
                <a:ea typeface="SB Sans Text"/>
                <a:cs typeface="SB Sans Text"/>
                <a:sym typeface="SB Sans Text"/>
              </a:defRPr>
            </a:lvl6pPr>
            <a:lvl7pPr marL="3098800" marR="0" indent="-3556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solidFill>
                  <a:srgbClr val="516170"/>
                </a:solidFill>
                <a:uFillTx/>
                <a:latin typeface="SB Sans Text"/>
                <a:ea typeface="SB Sans Text"/>
                <a:cs typeface="SB Sans Text"/>
                <a:sym typeface="SB Sans Text"/>
              </a:defRPr>
            </a:lvl7pPr>
            <a:lvl8pPr marL="3556000" marR="0" indent="-3556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solidFill>
                  <a:srgbClr val="516170"/>
                </a:solidFill>
                <a:uFillTx/>
                <a:latin typeface="SB Sans Text"/>
                <a:ea typeface="SB Sans Text"/>
                <a:cs typeface="SB Sans Text"/>
                <a:sym typeface="SB Sans Text"/>
              </a:defRPr>
            </a:lvl8pPr>
            <a:lvl9pPr marL="4013200" marR="0" indent="-3556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solidFill>
                  <a:srgbClr val="516170"/>
                </a:solidFill>
                <a:uFillTx/>
                <a:latin typeface="SB Sans Text"/>
                <a:ea typeface="SB Sans Text"/>
                <a:cs typeface="SB Sans Text"/>
                <a:sym typeface="SB Sans Text"/>
              </a:defRPr>
            </a:lvl9pPr>
          </a:lstStyle>
          <a:p>
            <a:pPr marL="0" indent="0" hangingPunct="1">
              <a:buNone/>
            </a:pPr>
            <a:r>
              <a:rPr lang="ru-RU" sz="1400" b="1" dirty="0">
                <a:solidFill>
                  <a:srgbClr val="339189"/>
                </a:solidFill>
                <a:latin typeface="SB Sans Display Semibold" panose="020B0503040504020204" pitchFamily="34" charset="0"/>
                <a:cs typeface="SB Sans Display Semibold" panose="020B0503040504020204" pitchFamily="34" charset="0"/>
              </a:rPr>
              <a:t>Treasury FX</a:t>
            </a:r>
          </a:p>
          <a:p>
            <a:pPr hangingPunct="1"/>
            <a:r>
              <a:rPr lang="ru-RU" sz="1200" dirty="0">
                <a:solidFill>
                  <a:srgbClr val="333F48"/>
                </a:solidFill>
                <a:latin typeface="SB Sans Text Light" panose="020B0303040504020204" pitchFamily="34" charset="0"/>
                <a:cs typeface="SB Sans Text Light" panose="020B0303040504020204" pitchFamily="34" charset="0"/>
              </a:rPr>
              <a:t>Self-serve Open API по SPOT/SWAP/FWD почти ни у кого — обычно терминал и договор</a:t>
            </a:r>
            <a:r>
              <a:rPr lang="en-US" sz="1200" dirty="0">
                <a:solidFill>
                  <a:srgbClr val="333F48"/>
                </a:solidFill>
                <a:latin typeface="SB Sans Text Light" panose="020B0303040504020204" pitchFamily="34" charset="0"/>
                <a:cs typeface="SB Sans Text Light" panose="020B0303040504020204" pitchFamily="34" charset="0"/>
              </a:rPr>
              <a:t/>
            </a:r>
            <a:r>
              <a:rPr lang="ru-RU" sz="1200" dirty="0">
                <a:solidFill>
                  <a:srgbClr val="333F48"/>
                </a:solidFill>
                <a:latin typeface="SB Sans Text Light" panose="020B0303040504020204" pitchFamily="34" charset="0"/>
                <a:cs typeface="SB Sans Text Light" panose="020B0303040504020204" pitchFamily="34" charset="0"/>
              </a:rPr>
              <a:t/>
            </a:r>
          </a:p>
        </p:txBody>
      </p:sp>
      <p:sp>
        <p:nvSpPr>
          <p:cNvPr id="43" name="Text Placeholder 22">
            <a:extLst>
              <a:ext uri="{FF2B5EF4-FFF2-40B4-BE49-F238E27FC236}">
                <a16:creationId xmlns:a16="http://schemas.microsoft.com/office/drawing/2014/main" id="{66433B3B-BD7B-8042-871F-793756547F86}"/>
              </a:ext>
            </a:extLst>
          </p:cNvPr>
          <p:cNvSpPr txBox="1">
            <a:spLocks/>
          </p:cNvSpPr>
          <p:nvPr/>
        </p:nvSpPr>
        <p:spPr>
          <a:xfrm>
            <a:off x="2979905" y="4444871"/>
            <a:ext cx="2571957" cy="1823954"/>
          </a:xfrm>
          <a:prstGeom prst="rect">
            <a:avLst/>
          </a:prstGeom>
        </p:spPr>
        <p:txBody>
          <a:bodyPr/>
          <a:lstStyle>
            <a:lvl1pPr marL="228600" marR="0" indent="-2286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solidFill>
                  <a:srgbClr val="516170"/>
                </a:solidFill>
                <a:uFillTx/>
                <a:latin typeface="SB Sans Text"/>
                <a:ea typeface="SB Sans Text"/>
                <a:cs typeface="SB Sans Text"/>
                <a:sym typeface="SB Sans Text"/>
              </a:defRPr>
            </a:lvl1pPr>
            <a:lvl2pPr marL="723900" marR="0" indent="-2667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solidFill>
                  <a:srgbClr val="516170"/>
                </a:solidFill>
                <a:uFillTx/>
                <a:latin typeface="SB Sans Text"/>
                <a:ea typeface="SB Sans Text"/>
                <a:cs typeface="SB Sans Text"/>
                <a:sym typeface="SB Sans Text"/>
              </a:defRPr>
            </a:lvl2pPr>
            <a:lvl3pPr marL="1234438" marR="0" indent="-320038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solidFill>
                  <a:srgbClr val="516170"/>
                </a:solidFill>
                <a:uFillTx/>
                <a:latin typeface="SB Sans Text"/>
                <a:ea typeface="SB Sans Text"/>
                <a:cs typeface="SB Sans Text"/>
                <a:sym typeface="SB Sans Text"/>
              </a:defRPr>
            </a:lvl3pPr>
            <a:lvl4pPr marL="1727200" marR="0" indent="-3556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solidFill>
                  <a:srgbClr val="516170"/>
                </a:solidFill>
                <a:uFillTx/>
                <a:latin typeface="SB Sans Text"/>
                <a:ea typeface="SB Sans Text"/>
                <a:cs typeface="SB Sans Text"/>
                <a:sym typeface="SB Sans Text"/>
              </a:defRPr>
            </a:lvl4pPr>
            <a:lvl5pPr marL="0" marR="0" indent="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2800" b="0" i="0" u="none" strike="noStrike" cap="none" spc="0" baseline="0">
                <a:solidFill>
                  <a:srgbClr val="516170"/>
                </a:solidFill>
                <a:uFillTx/>
                <a:latin typeface="SB Sans Text"/>
                <a:ea typeface="SB Sans Text"/>
                <a:cs typeface="SB Sans Text"/>
                <a:sym typeface="SB Sans Text"/>
              </a:defRPr>
            </a:lvl5pPr>
            <a:lvl6pPr marL="2641600" marR="0" indent="-3556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solidFill>
                  <a:srgbClr val="516170"/>
                </a:solidFill>
                <a:uFillTx/>
                <a:latin typeface="SB Sans Text"/>
                <a:ea typeface="SB Sans Text"/>
                <a:cs typeface="SB Sans Text"/>
                <a:sym typeface="SB Sans Text"/>
              </a:defRPr>
            </a:lvl6pPr>
            <a:lvl7pPr marL="3098800" marR="0" indent="-3556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solidFill>
                  <a:srgbClr val="516170"/>
                </a:solidFill>
                <a:uFillTx/>
                <a:latin typeface="SB Sans Text"/>
                <a:ea typeface="SB Sans Text"/>
                <a:cs typeface="SB Sans Text"/>
                <a:sym typeface="SB Sans Text"/>
              </a:defRPr>
            </a:lvl7pPr>
            <a:lvl8pPr marL="3556000" marR="0" indent="-3556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solidFill>
                  <a:srgbClr val="516170"/>
                </a:solidFill>
                <a:uFillTx/>
                <a:latin typeface="SB Sans Text"/>
                <a:ea typeface="SB Sans Text"/>
                <a:cs typeface="SB Sans Text"/>
                <a:sym typeface="SB Sans Text"/>
              </a:defRPr>
            </a:lvl8pPr>
            <a:lvl9pPr marL="4013200" marR="0" indent="-3556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solidFill>
                  <a:srgbClr val="516170"/>
                </a:solidFill>
                <a:uFillTx/>
                <a:latin typeface="SB Sans Text"/>
                <a:ea typeface="SB Sans Text"/>
                <a:cs typeface="SB Sans Text"/>
                <a:sym typeface="SB Sans Text"/>
              </a:defRPr>
            </a:lvl9pPr>
          </a:lstStyle>
          <a:p>
            <a:pPr marL="0" indent="0" hangingPunct="1">
              <a:buNone/>
            </a:pPr>
            <a:r>
              <a:rPr lang="ru-RU" sz="1400" b="1" dirty="0">
                <a:solidFill>
                  <a:srgbClr val="339189"/>
                </a:solidFill>
                <a:latin typeface="SB Sans Display Semibold" panose="020B0503040504020204" pitchFamily="34" charset="0"/>
                <a:cs typeface="SB Sans Display Semibold" panose="020B0503040504020204" pitchFamily="34" charset="0"/>
              </a:rPr>
              <a:t>Закрытые H2H</a:t>
            </a:r>
            <a:br>
              <a:rPr lang="ru-RU" sz="1400" b="1" dirty="0">
                <a:solidFill>
                  <a:srgbClr val="339189"/>
                </a:solidFill>
                <a:latin typeface="SB Sans Display Semibold" panose="020B0503040504020204" pitchFamily="34" charset="0"/>
                <a:cs typeface="SB Sans Display Semibold" panose="020B0503040504020204" pitchFamily="34" charset="0"/>
              </a:rPr>
            </a:br>
            <a:r>
              <a:rPr lang="ru-RU" sz="1400" b="1" dirty="0">
                <a:solidFill>
                  <a:srgbClr val="339189"/>
                </a:solidFill>
                <a:latin typeface="SB Sans Display Semibold" panose="020B0503040504020204" pitchFamily="34" charset="0"/>
                <a:cs typeface="SB Sans Display Semibold" panose="020B0503040504020204" pitchFamily="34" charset="0"/>
              </a:rPr>
              <a:t/>
            </a:r>
          </a:p>
          <a:p>
            <a:pPr>
              <a:lnSpc>
                <a:spcPct val="100000"/>
              </a:lnSpc>
            </a:pPr>
            <a:r>
              <a:rPr lang="ru-RU" sz="1200" dirty="0">
                <a:solidFill>
                  <a:srgbClr val="333F48"/>
                </a:solidFill>
                <a:latin typeface="SB Sans Text Light" panose="020B0303040504020204" pitchFamily="34" charset="0"/>
                <a:cs typeface="SB Sans Text Light" panose="020B0303040504020204" pitchFamily="34" charset="0"/>
              </a:rPr>
              <a:t>«Не найдено публично» не значит отсутствия закрытых интеграций</a:t>
            </a:r>
          </a:p>
          <a:p>
            <a:pPr>
              <a:lnSpc>
                <a:spcPct val="100000"/>
              </a:lnSpc>
            </a:pPr>
            <a:r>
              <a:rPr lang="ru-RU" sz="1200" dirty="0">
                <a:solidFill>
                  <a:srgbClr val="333F48"/>
                </a:solidFill>
                <a:latin typeface="SB Sans Text Light" panose="020B0303040504020204" pitchFamily="34" charset="0"/>
                <a:cs typeface="SB Sans Text Light" panose="020B0303040504020204" pitchFamily="34" charset="0"/>
              </a:rPr>
              <a:t/>
            </a:r>
          </a:p>
          <a:p>
            <a:pPr>
              <a:lnSpc>
                <a:spcPct val="100000"/>
              </a:lnSpc>
            </a:pPr>
            <a:r>
              <a:rPr lang="ru-RU" sz="1200" dirty="0">
                <a:solidFill>
                  <a:srgbClr val="333F48"/>
                </a:solidFill>
                <a:latin typeface="SB Sans Text Light" panose="020B0303040504020204" pitchFamily="34" charset="0"/>
                <a:cs typeface="SB Sans Text Light" panose="020B0303040504020204" pitchFamily="34" charset="0"/>
              </a:rPr>
              <a:t/>
            </a:r>
          </a:p>
        </p:txBody>
      </p:sp>
      <p:sp>
        <p:nvSpPr>
          <p:cNvPr id="44" name="Text Placeholder 24">
            <a:extLst>
              <a:ext uri="{FF2B5EF4-FFF2-40B4-BE49-F238E27FC236}">
                <a16:creationId xmlns:a16="http://schemas.microsoft.com/office/drawing/2014/main" id="{582295CE-A3DB-A941-920D-F6C1F94539B5}"/>
              </a:ext>
            </a:extLst>
          </p:cNvPr>
          <p:cNvSpPr txBox="1">
            <a:spLocks/>
          </p:cNvSpPr>
          <p:nvPr/>
        </p:nvSpPr>
        <p:spPr>
          <a:xfrm>
            <a:off x="7164159" y="4444870"/>
            <a:ext cx="2403544" cy="2103240"/>
          </a:xfrm>
          <a:prstGeom prst="rect">
            <a:avLst/>
          </a:prstGeom>
        </p:spPr>
        <p:txBody>
          <a:bodyPr/>
          <a:lstStyle>
            <a:lvl1pPr marL="228600" marR="0" indent="-2286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solidFill>
                  <a:srgbClr val="516170"/>
                </a:solidFill>
                <a:uFillTx/>
                <a:latin typeface="SB Sans Text"/>
                <a:ea typeface="SB Sans Text"/>
                <a:cs typeface="SB Sans Text"/>
                <a:sym typeface="SB Sans Text"/>
              </a:defRPr>
            </a:lvl1pPr>
            <a:lvl2pPr marL="723900" marR="0" indent="-2667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solidFill>
                  <a:srgbClr val="516170"/>
                </a:solidFill>
                <a:uFillTx/>
                <a:latin typeface="SB Sans Text"/>
                <a:ea typeface="SB Sans Text"/>
                <a:cs typeface="SB Sans Text"/>
                <a:sym typeface="SB Sans Text"/>
              </a:defRPr>
            </a:lvl2pPr>
            <a:lvl3pPr marL="1234438" marR="0" indent="-320038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solidFill>
                  <a:srgbClr val="516170"/>
                </a:solidFill>
                <a:uFillTx/>
                <a:latin typeface="SB Sans Text"/>
                <a:ea typeface="SB Sans Text"/>
                <a:cs typeface="SB Sans Text"/>
                <a:sym typeface="SB Sans Text"/>
              </a:defRPr>
            </a:lvl3pPr>
            <a:lvl4pPr marL="1727200" marR="0" indent="-3556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solidFill>
                  <a:srgbClr val="516170"/>
                </a:solidFill>
                <a:uFillTx/>
                <a:latin typeface="SB Sans Text"/>
                <a:ea typeface="SB Sans Text"/>
                <a:cs typeface="SB Sans Text"/>
                <a:sym typeface="SB Sans Text"/>
              </a:defRPr>
            </a:lvl4pPr>
            <a:lvl5pPr marL="0" marR="0" indent="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2800" b="0" i="0" u="none" strike="noStrike" cap="none" spc="0" baseline="0">
                <a:solidFill>
                  <a:srgbClr val="516170"/>
                </a:solidFill>
                <a:uFillTx/>
                <a:latin typeface="SB Sans Text"/>
                <a:ea typeface="SB Sans Text"/>
                <a:cs typeface="SB Sans Text"/>
                <a:sym typeface="SB Sans Text"/>
              </a:defRPr>
            </a:lvl5pPr>
            <a:lvl6pPr marL="2641600" marR="0" indent="-3556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solidFill>
                  <a:srgbClr val="516170"/>
                </a:solidFill>
                <a:uFillTx/>
                <a:latin typeface="SB Sans Text"/>
                <a:ea typeface="SB Sans Text"/>
                <a:cs typeface="SB Sans Text"/>
                <a:sym typeface="SB Sans Text"/>
              </a:defRPr>
            </a:lvl6pPr>
            <a:lvl7pPr marL="3098800" marR="0" indent="-3556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solidFill>
                  <a:srgbClr val="516170"/>
                </a:solidFill>
                <a:uFillTx/>
                <a:latin typeface="SB Sans Text"/>
                <a:ea typeface="SB Sans Text"/>
                <a:cs typeface="SB Sans Text"/>
                <a:sym typeface="SB Sans Text"/>
              </a:defRPr>
            </a:lvl7pPr>
            <a:lvl8pPr marL="3556000" marR="0" indent="-3556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solidFill>
                  <a:srgbClr val="516170"/>
                </a:solidFill>
                <a:uFillTx/>
                <a:latin typeface="SB Sans Text"/>
                <a:ea typeface="SB Sans Text"/>
                <a:cs typeface="SB Sans Text"/>
                <a:sym typeface="SB Sans Text"/>
              </a:defRPr>
            </a:lvl8pPr>
            <a:lvl9pPr marL="4013200" marR="0" indent="-3556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solidFill>
                  <a:srgbClr val="516170"/>
                </a:solidFill>
                <a:uFillTx/>
                <a:latin typeface="SB Sans Text"/>
                <a:ea typeface="SB Sans Text"/>
                <a:cs typeface="SB Sans Text"/>
                <a:sym typeface="SB Sans Text"/>
              </a:defRPr>
            </a:lvl9pPr>
          </a:lstStyle>
          <a:p>
            <a:pPr marL="0" indent="0" hangingPunct="1">
              <a:buNone/>
            </a:pPr>
            <a:r>
              <a:rPr lang="ru-RU" sz="1400" b="1" dirty="0">
                <a:solidFill>
                  <a:srgbClr val="339189"/>
                </a:solidFill>
                <a:latin typeface="SB Sans Display Semibold" panose="020B0503040504020204" pitchFamily="34" charset="0"/>
                <a:cs typeface="SB Sans Display Semibold" panose="020B0503040504020204" pitchFamily="34" charset="0"/>
              </a:rPr>
              <a:t>Open Banking</a:t>
            </a:r>
          </a:p>
          <a:p>
            <a:pPr>
              <a:lnSpc>
                <a:spcPct val="100000"/>
              </a:lnSpc>
            </a:pPr>
            <a:r>
              <a:rPr lang="ru-RU" sz="1200" dirty="0" err="1">
                <a:solidFill>
                  <a:srgbClr val="333F48"/>
                </a:solidFill>
                <a:latin typeface="SB Sans Text Light" panose="020B0303040504020204" pitchFamily="34" charset="0"/>
                <a:cs typeface="SB Sans Text Light" panose="020B0303040504020204" pitchFamily="34" charset="0"/>
              </a:rPr>
              <a:t>Пилоты АФТ/ЦБ у ПСБ, МКБ, ДОМ.РФ — пока не полноценный portal</a:t>
            </a:r>
            <a:r>
              <a:rPr lang="ru-RU" sz="1200" dirty="0">
                <a:solidFill>
                  <a:srgbClr val="333F48"/>
                </a:solidFill>
                <a:latin typeface="SB Sans Text Light" panose="020B0303040504020204" pitchFamily="34" charset="0"/>
                <a:cs typeface="SB Sans Text Light" panose="020B0303040504020204" pitchFamily="34" charset="0"/>
              </a:rPr>
              <a:t/>
            </a:r>
            <a:br>
              <a:rPr lang="en-US" sz="1200" dirty="0">
                <a:solidFill>
                  <a:srgbClr val="333F48"/>
                </a:solidFill>
                <a:latin typeface="SB Sans Text Light" panose="020B0303040504020204" pitchFamily="34" charset="0"/>
                <a:cs typeface="SB Sans Text Light" panose="020B0303040504020204" pitchFamily="34" charset="0"/>
              </a:rPr>
            </a:br>
            <a:r>
              <a:rPr lang="ru-RU" sz="1200" dirty="0">
                <a:solidFill>
                  <a:srgbClr val="333F48"/>
                </a:solidFill>
                <a:latin typeface="SB Sans Text Light" panose="020B0303040504020204" pitchFamily="34" charset="0"/>
                <a:cs typeface="SB Sans Text Light" panose="020B0303040504020204" pitchFamily="34" charset="0"/>
              </a:rPr>
              <a:t/>
            </a:r>
            <a:r>
              <a:rPr lang="ru-RU" sz="1200" dirty="0" err="1">
                <a:solidFill>
                  <a:srgbClr val="333F48"/>
                </a:solidFill>
                <a:latin typeface="SB Sans Text Light" panose="020B0303040504020204" pitchFamily="34" charset="0"/>
                <a:cs typeface="SB Sans Text Light" panose="020B0303040504020204" pitchFamily="34" charset="0"/>
              </a:rPr>
              <a:t/>
            </a:r>
            <a:endParaRPr lang="ru-RU" sz="1200" dirty="0">
              <a:solidFill>
                <a:srgbClr val="333F48"/>
              </a:solidFill>
              <a:latin typeface="SB Sans Text Light" panose="020B0303040504020204" pitchFamily="34" charset="0"/>
              <a:cs typeface="SB Sans Text Light" panose="020B0303040504020204" pitchFamily="34" charset="0"/>
            </a:endParaRPr>
          </a:p>
        </p:txBody>
      </p:sp>
      <p:pic>
        <p:nvPicPr>
          <p:cNvPr id="19" name="Рисунок 86" descr="Рисунок 86">
            <a:extLst>
              <a:ext uri="{FF2B5EF4-FFF2-40B4-BE49-F238E27FC236}">
                <a16:creationId xmlns:a16="http://schemas.microsoft.com/office/drawing/2014/main" id="{4FD19A20-0B53-8C4F-96BA-7233D241F97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42675" y="3461889"/>
            <a:ext cx="363645" cy="337932"/>
          </a:xfrm>
          <a:prstGeom prst="rect">
            <a:avLst/>
          </a:prstGeom>
          <a:ln w="12700">
            <a:miter lim="400000"/>
          </a:ln>
        </p:spPr>
      </p:pic>
      <p:pic>
        <p:nvPicPr>
          <p:cNvPr id="20" name="Рисунок 92" descr="Рисунок 92">
            <a:extLst>
              <a:ext uri="{FF2B5EF4-FFF2-40B4-BE49-F238E27FC236}">
                <a16:creationId xmlns:a16="http://schemas.microsoft.com/office/drawing/2014/main" id="{FC9626C2-68EA-DD4F-A0C3-82880B3D9C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79794" y="3485181"/>
            <a:ext cx="358078" cy="359887"/>
          </a:xfrm>
          <a:prstGeom prst="rect">
            <a:avLst/>
          </a:prstGeom>
          <a:ln w="12700">
            <a:miter lim="400000"/>
          </a:ln>
        </p:spPr>
      </p:pic>
      <p:pic>
        <p:nvPicPr>
          <p:cNvPr id="21" name="Рисунок 20">
            <a:extLst>
              <a:ext uri="{FF2B5EF4-FFF2-40B4-BE49-F238E27FC236}">
                <a16:creationId xmlns:a16="http://schemas.microsoft.com/office/drawing/2014/main" id="{DCA1A851-5C2D-CC45-A8F5-72268B7FAFB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27840" y="3410877"/>
            <a:ext cx="361024" cy="443431"/>
          </a:xfrm>
          <a:prstGeom prst="rect">
            <a:avLst/>
          </a:prstGeom>
        </p:spPr>
      </p:pic>
      <p:pic>
        <p:nvPicPr>
          <p:cNvPr id="22" name="Рисунок 21">
            <a:extLst>
              <a:ext uri="{FF2B5EF4-FFF2-40B4-BE49-F238E27FC236}">
                <a16:creationId xmlns:a16="http://schemas.microsoft.com/office/drawing/2014/main" id="{B1DCBF2E-CC33-B945-9712-0917D95BBFC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15826" y="3444840"/>
            <a:ext cx="381429" cy="379512"/>
          </a:xfrm>
          <a:prstGeom prst="rect">
            <a:avLst/>
          </a:prstGeom>
        </p:spPr>
      </p:pic>
      <p:pic>
        <p:nvPicPr>
          <p:cNvPr id="23" name="Рисунок 22">
            <a:extLst>
              <a:ext uri="{FF2B5EF4-FFF2-40B4-BE49-F238E27FC236}">
                <a16:creationId xmlns:a16="http://schemas.microsoft.com/office/drawing/2014/main" id="{6DC9B6AA-917D-8942-A80E-C5B2EB73F02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71931" y="3485180"/>
            <a:ext cx="369127" cy="369127"/>
          </a:xfrm>
          <a:prstGeom prst="rect">
            <a:avLst/>
          </a:prstGeom>
        </p:spPr>
      </p:pic>
      <p:sp>
        <p:nvSpPr>
          <p:cNvPr id="24" name="Номер слайда">
            <a:extLst>
              <a:ext uri="{FF2B5EF4-FFF2-40B4-BE49-F238E27FC236}">
                <a16:creationId xmlns:a16="http://schemas.microsoft.com/office/drawing/2014/main" id="{29504947-B1F2-1546-8E6C-E09ABDF68F0B}"/>
              </a:ext>
            </a:extLst>
          </p:cNvPr>
          <p:cNvSpPr txBox="1">
            <a:spLocks noGrp="1"/>
          </p:cNvSpPr>
          <p:nvPr>
            <p:ph type="sldNum" sz="quarter" idx="4294967295"/>
          </p:nvPr>
        </p:nvSpPr>
        <p:spPr>
          <a:xfrm>
            <a:off x="11485372" y="6408409"/>
            <a:ext cx="325375" cy="139701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>
              <a:defRPr sz="900">
                <a:latin typeface="SB Sans Text Light"/>
                <a:ea typeface="SB Sans Text Light"/>
                <a:cs typeface="SB Sans Text Light"/>
                <a:sym typeface="SB Sans Text Light"/>
              </a:defRPr>
            </a:lvl1pPr>
          </a:lstStyle>
          <a:p>
            <a:r>
              <a:t>8</a:t>
            </a:r>
            <a:endParaRPr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CEBFBA56-A4BD-C442-82E8-661DF63B463C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649989" y="0"/>
            <a:ext cx="11542011" cy="6858000"/>
          </a:xfrm>
          <a:prstGeom prst="rect">
            <a:avLst/>
          </a:prstGeom>
        </p:spPr>
      </p:pic>
      <p:sp>
        <p:nvSpPr>
          <p:cNvPr id="7" name="Прямоугольник">
            <a:extLst>
              <a:ext uri="{FF2B5EF4-FFF2-40B4-BE49-F238E27FC236}">
                <a16:creationId xmlns:a16="http://schemas.microsoft.com/office/drawing/2014/main" id="{FC3CDD8B-663C-4A46-9BAD-82CBEF94D6BA}"/>
              </a:ext>
            </a:extLst>
          </p:cNvPr>
          <p:cNvSpPr/>
          <p:nvPr/>
        </p:nvSpPr>
        <p:spPr>
          <a:xfrm>
            <a:off x="-1016029" y="-5088316"/>
            <a:ext cx="9469284" cy="16386932"/>
          </a:xfrm>
          <a:prstGeom prst="rect">
            <a:avLst/>
          </a:prstGeom>
          <a:gradFill>
            <a:gsLst>
              <a:gs pos="50843">
                <a:srgbClr val="FFFFFF"/>
              </a:gs>
              <a:gs pos="78055">
                <a:srgbClr val="FFFFFF">
                  <a:alpha val="50000"/>
                </a:srgbClr>
              </a:gs>
              <a:gs pos="100000">
                <a:srgbClr val="FFFFFF">
                  <a:alpha val="0"/>
                </a:srgbClr>
              </a:gs>
            </a:gsLst>
            <a:path>
              <a:fillToRect l="-4239" t="49577" r="104239" b="50422"/>
            </a:path>
          </a:gra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411" name="Заголовок 1"/>
          <p:cNvSpPr txBox="1"/>
          <p:nvPr/>
        </p:nvSpPr>
        <p:spPr>
          <a:xfrm>
            <a:off x="1163636" y="4717861"/>
            <a:ext cx="5504450" cy="61555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0" tIns="0" rIns="0" bIns="0" anchor="b">
            <a:spAutoFit/>
          </a:bodyPr>
          <a:lstStyle>
            <a:lvl1pPr>
              <a:defRPr sz="4000">
                <a:solidFill>
                  <a:srgbClr val="FFFFFF"/>
                </a:solidFill>
                <a:latin typeface="SB Sans Display"/>
                <a:ea typeface="SB Sans Display"/>
                <a:cs typeface="SB Sans Display"/>
                <a:sym typeface="SB Sans Display"/>
              </a:defRPr>
            </a:lvl1pPr>
          </a:lstStyle>
          <a:p>
            <a:r>
              <a:rPr dirty="0">
                <a:solidFill>
                  <a:srgbClr val="323F48"/>
                </a:solidFill>
              </a:rPr>
              <a:t>02. Выводы</a:t>
            </a:r>
            <a:r>
              <a:rPr dirty="0" err="1">
                <a:solidFill>
                  <a:srgbClr val="323F48"/>
                </a:solidFill>
              </a:rPr>
              <a:t/>
            </a:r>
            <a:endParaRPr dirty="0">
              <a:solidFill>
                <a:srgbClr val="323F48"/>
              </a:solidFill>
            </a:endParaRPr>
          </a:p>
        </p:txBody>
      </p:sp>
      <p:pic>
        <p:nvPicPr>
          <p:cNvPr id="9" name="Object 3" descr="Object 3">
            <a:extLst>
              <a:ext uri="{FF2B5EF4-FFF2-40B4-BE49-F238E27FC236}">
                <a16:creationId xmlns:a16="http://schemas.microsoft.com/office/drawing/2014/main" id="{9ADFBF93-A588-A44E-B0B2-C91B51F3F456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26988" y="369715"/>
            <a:ext cx="1398333" cy="287510"/>
          </a:xfrm>
          <a:prstGeom prst="rect">
            <a:avLst/>
          </a:prstGeom>
          <a:ln w="12700">
            <a:miter lim="400000"/>
          </a:ln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7E44F83C-A2A2-1A4E-AD14-3C86D386941B}"/>
              </a:ext>
            </a:extLst>
          </p:cNvPr>
          <p:cNvSpPr txBox="1"/>
          <p:nvPr/>
        </p:nvSpPr>
        <p:spPr>
          <a:xfrm>
            <a:off x="1114340" y="5381682"/>
            <a:ext cx="4717692" cy="646327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t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ru-RU" sz="1200" dirty="0">
                <a:solidFill>
                  <a:srgbClr val="333F48"/>
                </a:solidFill>
                <a:latin typeface="SB Sans Text Light" panose="020B0303040504020204" pitchFamily="34" charset="0"/>
                <a:cs typeface="SB Sans Text Light" panose="020B0303040504020204" pitchFamily="34" charset="0"/>
              </a:rPr>
              <a:t>Зрелые публичные API — у Т-Банка, Сбера и Альфы.</a:t>
            </a:r>
          </a:p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ru-RU" sz="1200" u="none" strike="noStrike" cap="none" spc="0" normalizeH="0" baseline="0" dirty="0">
                <a:ln>
                  <a:noFill/>
                </a:ln>
                <a:solidFill>
                  <a:srgbClr val="333F48"/>
                </a:solidFill>
                <a:effectLst/>
                <a:uFillTx/>
                <a:latin typeface="SB Sans Text Light" panose="020B0303040504020204" pitchFamily="34" charset="0"/>
                <a:cs typeface="SB Sans Text Light" panose="020B0303040504020204" pitchFamily="34" charset="0"/>
                <a:sym typeface="Helvetica"/>
              </a:rPr>
              <a:t>Казначейские продукты чаще через терминал/H2H,</a:t>
            </a:r>
          </a:p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ru-RU" sz="1200" dirty="0">
                <a:solidFill>
                  <a:srgbClr val="333F48"/>
                </a:solidFill>
                <a:latin typeface="SB Sans Text Light" panose="020B0303040504020204" pitchFamily="34" charset="0"/>
                <a:cs typeface="SB Sans Text Light" panose="020B0303040504020204" pitchFamily="34" charset="0"/>
              </a:rPr>
              <a:t>а не через открытый self-serve Open API.</a:t>
            </a:r>
            <a:endParaRPr kumimoji="0" lang="ru-RU" sz="1200" u="none" strike="noStrike" cap="none" spc="0" normalizeH="0" baseline="0" dirty="0">
              <a:ln>
                <a:noFill/>
              </a:ln>
              <a:solidFill>
                <a:srgbClr val="333F48"/>
              </a:solidFill>
              <a:effectLst/>
              <a:uFillTx/>
              <a:latin typeface="SB Sans Text Light" panose="020B0303040504020204" pitchFamily="34" charset="0"/>
              <a:cs typeface="SB Sans Text Light" panose="020B0303040504020204" pitchFamily="34" charset="0"/>
              <a:sym typeface="Helvetica"/>
            </a:endParaRP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B3FD0DC7-A0AA-8E46-A52B-B44F27D857EB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3218219" y="0"/>
            <a:ext cx="8973782" cy="6879759"/>
          </a:xfrm>
          <a:prstGeom prst="rect">
            <a:avLst/>
          </a:prstGeom>
        </p:spPr>
      </p:pic>
      <p:sp>
        <p:nvSpPr>
          <p:cNvPr id="8" name="Прямоугольник">
            <a:extLst>
              <a:ext uri="{FF2B5EF4-FFF2-40B4-BE49-F238E27FC236}">
                <a16:creationId xmlns:a16="http://schemas.microsoft.com/office/drawing/2014/main" id="{38AF4049-ECF2-3C44-9AF4-FCFEAD35A479}"/>
              </a:ext>
            </a:extLst>
          </p:cNvPr>
          <p:cNvSpPr/>
          <p:nvPr/>
        </p:nvSpPr>
        <p:spPr>
          <a:xfrm>
            <a:off x="-1086567" y="-3420818"/>
            <a:ext cx="9469284" cy="15808703"/>
          </a:xfrm>
          <a:prstGeom prst="rect">
            <a:avLst/>
          </a:prstGeom>
          <a:gradFill>
            <a:gsLst>
              <a:gs pos="50843">
                <a:srgbClr val="FFFFFF"/>
              </a:gs>
              <a:gs pos="78055">
                <a:srgbClr val="FFFFFF">
                  <a:alpha val="50000"/>
                </a:srgbClr>
              </a:gs>
              <a:gs pos="100000">
                <a:srgbClr val="FFFFFF">
                  <a:alpha val="0"/>
                </a:srgbClr>
              </a:gs>
            </a:gsLst>
            <a:path>
              <a:fillToRect l="-4239" t="49577" r="104239" b="50422"/>
            </a:path>
          </a:gra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376" name="Text Placeholder 3"/>
          <p:cNvSpPr txBox="1"/>
          <p:nvPr/>
        </p:nvSpPr>
        <p:spPr>
          <a:xfrm>
            <a:off x="1708231" y="4782396"/>
            <a:ext cx="2106506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359999">
              <a:defRPr sz="1400">
                <a:solidFill>
                  <a:srgbClr val="FFFFFF"/>
                </a:solidFill>
                <a:latin typeface="SB Sans Text Light"/>
                <a:ea typeface="SB Sans Text Light"/>
                <a:cs typeface="SB Sans Text Light"/>
                <a:sym typeface="SB Sans Text Light"/>
              </a:defRPr>
            </a:lvl1pPr>
          </a:lstStyle>
          <a:p>
            <a:r>
              <a:t>08/10/2026</a:t>
            </a:r>
          </a:p>
        </p:txBody>
      </p:sp>
      <p:pic>
        <p:nvPicPr>
          <p:cNvPr id="378" name="Object 3" descr="Object 3"/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63637" y="668326"/>
            <a:ext cx="1495481" cy="307484"/>
          </a:xfrm>
          <a:prstGeom prst="rect">
            <a:avLst/>
          </a:prstGeom>
          <a:ln w="12700">
            <a:miter lim="400000"/>
          </a:ln>
        </p:spPr>
      </p:pic>
      <p:sp>
        <p:nvSpPr>
          <p:cNvPr id="379" name="Text Placeholder 3"/>
          <p:cNvSpPr txBox="1"/>
          <p:nvPr/>
        </p:nvSpPr>
        <p:spPr>
          <a:xfrm>
            <a:off x="1163637" y="5798021"/>
            <a:ext cx="4968876" cy="2154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0" tIns="0" rIns="0" bIns="0" anchor="b">
            <a:spAutoFit/>
          </a:bodyPr>
          <a:lstStyle>
            <a:lvl1pPr defTabSz="359999">
              <a:defRPr sz="1400">
                <a:solidFill>
                  <a:srgbClr val="3F4851"/>
                </a:solidFill>
                <a:latin typeface="SB Sans Text Light"/>
                <a:ea typeface="SB Sans Text Light"/>
                <a:cs typeface="SB Sans Text Light"/>
                <a:sym typeface="SB Sans Text Light"/>
              </a:defRPr>
            </a:lvl1pPr>
          </a:lstStyle>
          <a:p>
            <a:r>
              <a:rPr lang="ru-RU" dirty="0"/>
              <a:t>Октябрь 2026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E781A54-7BEA-464D-BE1E-B3D62E989D7D}"/>
              </a:ext>
            </a:extLst>
          </p:cNvPr>
          <p:cNvSpPr txBox="1"/>
          <p:nvPr/>
        </p:nvSpPr>
        <p:spPr>
          <a:xfrm>
            <a:off x="1163637" y="2751319"/>
            <a:ext cx="5177421" cy="1338824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t">
            <a:spAutoFit/>
          </a:bodyPr>
          <a:lstStyle/>
          <a:p>
            <a:pPr marL="0" marR="0" indent="0" algn="l" defTabSz="914400" rtl="0" fontAlgn="auto" latinLnBrk="0" hangingPunc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ru-RU" sz="3000" dirty="0">
                <a:latin typeface="SB Sans Display Semibold" panose="020B0503040504020204" pitchFamily="34" charset="0"/>
                <a:cs typeface="SB Sans Display Semibold" panose="020B0503040504020204" pitchFamily="34" charset="0"/>
              </a:rPr>
              <a:t>Спасибо</a:t>
            </a:r>
          </a:p>
          <a:p>
            <a:pPr marL="0" marR="0" indent="0" algn="l" defTabSz="914400" rtl="0" fontAlgn="auto" latinLnBrk="0" hangingPunc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ru-RU" sz="3000" dirty="0">
                <a:latin typeface="SB Sans Display" panose="020B0503040504020204" pitchFamily="34" charset="0"/>
                <a:cs typeface="SB Sans Display" panose="020B0503040504020204" pitchFamily="34" charset="0"/>
              </a:rPr>
              <a:t>Отчёт и преза —</a:t>
            </a:r>
          </a:p>
          <a:p>
            <a:pPr marL="0" marR="0" indent="0" algn="l" defTabSz="914400" rtl="0" fontAlgn="auto" latinLnBrk="0" hangingPunc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ru-RU" sz="3000" dirty="0">
                <a:latin typeface="SB Sans Display" panose="020B0503040504020204" pitchFamily="34" charset="0"/>
                <a:cs typeface="SB Sans Display" panose="020B0503040504020204" pitchFamily="34" charset="0"/>
              </a:rPr>
              <a:t>в репозитории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_Тема Office">
  <a:themeElements>
    <a:clrScheme name="1_Тема Office">
      <a:dk1>
        <a:srgbClr val="516170"/>
      </a:dk1>
      <a:lt1>
        <a:srgbClr val="70461F"/>
      </a:lt1>
      <a:dk2>
        <a:srgbClr val="A7A7A7"/>
      </a:dk2>
      <a:lt2>
        <a:srgbClr val="535353"/>
      </a:lt2>
      <a:accent1>
        <a:srgbClr val="00766C"/>
      </a:accent1>
      <a:accent2>
        <a:srgbClr val="20B598"/>
      </a:accent2>
      <a:accent3>
        <a:srgbClr val="107F8C"/>
      </a:accent3>
      <a:accent4>
        <a:srgbClr val="853A90"/>
      </a:accent4>
      <a:accent5>
        <a:srgbClr val="6163BB"/>
      </a:accent5>
      <a:accent6>
        <a:srgbClr val="386FAB"/>
      </a:accent6>
      <a:hlink>
        <a:srgbClr val="0000FF"/>
      </a:hlink>
      <a:folHlink>
        <a:srgbClr val="FF00FF"/>
      </a:folHlink>
    </a:clrScheme>
    <a:fontScheme name="1_Тема Office">
      <a:majorFont>
        <a:latin typeface="Calibri"/>
        <a:ea typeface="Calibri"/>
        <a:cs typeface="Calibri"/>
      </a:majorFont>
      <a:minorFont>
        <a:latin typeface="Helvetica"/>
        <a:ea typeface="Helvetica"/>
        <a:cs typeface="Helvetica"/>
      </a:minorFont>
    </a:fontScheme>
    <a:fmtScheme name="1_Тема 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t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516170"/>
            </a:solidFill>
            <a:effectLst/>
            <a:uFillTx/>
            <a:latin typeface="+mn-lt"/>
            <a:ea typeface="+mn-ea"/>
            <a:cs typeface="+mn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ppt/theme/theme2.xml><?xml version="1.0" encoding="utf-8"?>
<a:theme xmlns:a="http://schemas.openxmlformats.org/drawingml/2006/main" name="1_Тема Office">
  <a:themeElements>
    <a:clrScheme name="1_Тема Offic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00766C"/>
      </a:accent1>
      <a:accent2>
        <a:srgbClr val="20B598"/>
      </a:accent2>
      <a:accent3>
        <a:srgbClr val="107F8C"/>
      </a:accent3>
      <a:accent4>
        <a:srgbClr val="853A90"/>
      </a:accent4>
      <a:accent5>
        <a:srgbClr val="6163BB"/>
      </a:accent5>
      <a:accent6>
        <a:srgbClr val="386FAB"/>
      </a:accent6>
      <a:hlink>
        <a:srgbClr val="0000FF"/>
      </a:hlink>
      <a:folHlink>
        <a:srgbClr val="FF00FF"/>
      </a:folHlink>
    </a:clrScheme>
    <a:fontScheme name="1_Тема Office">
      <a:majorFont>
        <a:latin typeface="Calibri"/>
        <a:ea typeface="Calibri"/>
        <a:cs typeface="Calibri"/>
      </a:majorFont>
      <a:minorFont>
        <a:latin typeface="Helvetica"/>
        <a:ea typeface="Helvetica"/>
        <a:cs typeface="Helvetica"/>
      </a:minorFont>
    </a:fontScheme>
    <a:fmtScheme name="1_Тема 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70461F"/>
        </a:solidFill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ctr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516170"/>
            </a:solidFill>
            <a:effectLst/>
            <a:uFillTx/>
            <a:latin typeface="+mn-lt"/>
            <a:ea typeface="+mn-ea"/>
            <a:cs typeface="+mn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t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516170"/>
            </a:solidFill>
            <a:effectLst/>
            <a:uFillTx/>
            <a:latin typeface="+mn-lt"/>
            <a:ea typeface="+mn-ea"/>
            <a:cs typeface="+mn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70918</TotalTime>
  <Words>1196</Words>
  <Application>Microsoft Macintosh PowerPoint</Application>
  <PresentationFormat>Широкоэкранный</PresentationFormat>
  <Paragraphs>397</Paragraphs>
  <Slides>28</Slides>
  <Notes>12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9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28</vt:i4>
      </vt:variant>
    </vt:vector>
  </HeadingPairs>
  <TitlesOfParts>
    <vt:vector size="38" baseType="lpstr">
      <vt:lpstr>Arial</vt:lpstr>
      <vt:lpstr>Calibri</vt:lpstr>
      <vt:lpstr>Helvetica</vt:lpstr>
      <vt:lpstr>SB Sans Display</vt:lpstr>
      <vt:lpstr>SB Sans Display Light</vt:lpstr>
      <vt:lpstr>SB Sans Display Semibold</vt:lpstr>
      <vt:lpstr>SB Sans Text</vt:lpstr>
      <vt:lpstr>SB Sans Text Light</vt:lpstr>
      <vt:lpstr>SB Sans Text Semibold</vt:lpstr>
      <vt:lpstr>1_Тема Office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Круговая диаграмма</vt:lpstr>
      <vt:lpstr>Презентация PowerPoint</vt:lpstr>
      <vt:lpstr>Круговая диаграмма</vt:lpstr>
      <vt:lpstr>Презентация PowerPoint</vt:lpstr>
      <vt:lpstr>И ещё один вид графиков</vt:lpstr>
      <vt:lpstr>Плюс ещё один вид</vt:lpstr>
      <vt:lpstr>Инфографика</vt:lpstr>
      <vt:lpstr>Инфографика</vt:lpstr>
      <vt:lpstr>Циклы</vt:lpstr>
      <vt:lpstr>Циклы</vt:lpstr>
      <vt:lpstr>Акценты конференции</vt:lpstr>
      <vt:lpstr>Имиджевые пиктограммы</vt:lpstr>
      <vt:lpstr>Имиджевые пиктограммы</vt:lpstr>
      <vt:lpstr>Фигуры / элементы целого</vt:lpstr>
      <vt:lpstr>Фигуры / элементы целого</vt:lpstr>
      <vt:lpstr>Таблица</vt:lpstr>
      <vt:lpstr>Финансовые продукты  (поддержка текущего бизнеса)</vt:lpstr>
      <vt:lpstr>Исследования</vt:lpstr>
      <vt:lpstr>Элементы схем</vt:lpstr>
      <vt:lpstr>Оформление диаграмм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cp:lastModifiedBy>Microsoft Office User</cp:lastModifiedBy>
  <cp:revision>256</cp:revision>
  <dcterms:modified xsi:type="dcterms:W3CDTF">2026-10-08T15:55:20Z</dcterms:modified>
</cp:coreProperties>
</file>